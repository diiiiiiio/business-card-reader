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9" r:id="rId7"/>
    <p:sldId id="265" r:id="rId8"/>
    <p:sldId id="269" r:id="rId9"/>
    <p:sldId id="275" r:id="rId10"/>
    <p:sldId id="272" r:id="rId11"/>
    <p:sldId id="276" r:id="rId12"/>
    <p:sldId id="277" r:id="rId13"/>
    <p:sldId id="266" r:id="rId14"/>
    <p:sldId id="267" r:id="rId15"/>
    <p:sldId id="270" r:id="rId16"/>
    <p:sldId id="263" r:id="rId17"/>
    <p:sldId id="264" r:id="rId18"/>
    <p:sldId id="260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6AED4A-310F-633A-5AB1-A9363EA08DCD}" v="46" dt="2025-05-26T08:41:13.026"/>
    <p1510:client id="{093E9CA8-609F-1B11-8A1D-6A965DE0420A}" v="20" dt="2025-05-26T09:36:35.126"/>
    <p1510:client id="{3703A589-3BD3-09FC-4A63-E360CFE75821}" v="38" dt="2025-05-26T08:50:05.709"/>
    <p1510:client id="{F5C96047-5770-5459-D7FD-AB46CFA0376C}" v="26" dt="2025-05-26T08:46:44.164"/>
    <p1510:client id="{FF1C9543-8BE0-486F-90B2-D638F10DF29F}" v="138" dt="2025-05-25T12:37:49.003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Andrew Chen" userId="S::phyozaythitandrewchen@student.uts.edu.au::93bb1801-6ad4-4fe1-b4b1-0b9b048050c6" providerId="AD" clId="Web-{F5C96047-5770-5459-D7FD-AB46CFA0376C}"/>
    <pc:docChg chg="addSld delSld modSld">
      <pc:chgData name="Andrew Andrew Chen" userId="S::phyozaythitandrewchen@student.uts.edu.au::93bb1801-6ad4-4fe1-b4b1-0b9b048050c6" providerId="AD" clId="Web-{F5C96047-5770-5459-D7FD-AB46CFA0376C}" dt="2025-05-26T08:46:44.164" v="22"/>
      <pc:docMkLst>
        <pc:docMk/>
      </pc:docMkLst>
      <pc:sldChg chg="delSp">
        <pc:chgData name="Andrew Andrew Chen" userId="S::phyozaythitandrewchen@student.uts.edu.au::93bb1801-6ad4-4fe1-b4b1-0b9b048050c6" providerId="AD" clId="Web-{F5C96047-5770-5459-D7FD-AB46CFA0376C}" dt="2025-05-26T08:43:56.207" v="0"/>
        <pc:sldMkLst>
          <pc:docMk/>
          <pc:sldMk cId="1443362998" sldId="272"/>
        </pc:sldMkLst>
        <pc:spChg chg="del">
          <ac:chgData name="Andrew Andrew Chen" userId="S::phyozaythitandrewchen@student.uts.edu.au::93bb1801-6ad4-4fe1-b4b1-0b9b048050c6" providerId="AD" clId="Web-{F5C96047-5770-5459-D7FD-AB46CFA0376C}" dt="2025-05-26T08:43:56.207" v="0"/>
          <ac:spMkLst>
            <pc:docMk/>
            <pc:sldMk cId="1443362998" sldId="272"/>
            <ac:spMk id="7" creationId="{13E84035-E8CF-3E36-BD19-929C777D3FE7}"/>
          </ac:spMkLst>
        </pc:spChg>
      </pc:sldChg>
      <pc:sldChg chg="addSp delSp modSp del">
        <pc:chgData name="Andrew Andrew Chen" userId="S::phyozaythitandrewchen@student.uts.edu.au::93bb1801-6ad4-4fe1-b4b1-0b9b048050c6" providerId="AD" clId="Web-{F5C96047-5770-5459-D7FD-AB46CFA0376C}" dt="2025-05-26T08:45:52.928" v="11"/>
        <pc:sldMkLst>
          <pc:docMk/>
          <pc:sldMk cId="1094085600" sldId="273"/>
        </pc:sldMkLst>
        <pc:spChg chg="add mod">
          <ac:chgData name="Andrew Andrew Chen" userId="S::phyozaythitandrewchen@student.uts.edu.au::93bb1801-6ad4-4fe1-b4b1-0b9b048050c6" providerId="AD" clId="Web-{F5C96047-5770-5459-D7FD-AB46CFA0376C}" dt="2025-05-26T08:45:39.975" v="6"/>
          <ac:spMkLst>
            <pc:docMk/>
            <pc:sldMk cId="1094085600" sldId="273"/>
            <ac:spMk id="5" creationId="{414F09EE-0457-87C5-F8B5-5E8C267164D8}"/>
          </ac:spMkLst>
        </pc:spChg>
        <pc:picChg chg="del">
          <ac:chgData name="Andrew Andrew Chen" userId="S::phyozaythitandrewchen@student.uts.edu.au::93bb1801-6ad4-4fe1-b4b1-0b9b048050c6" providerId="AD" clId="Web-{F5C96047-5770-5459-D7FD-AB46CFA0376C}" dt="2025-05-26T08:45:39.975" v="6"/>
          <ac:picMkLst>
            <pc:docMk/>
            <pc:sldMk cId="1094085600" sldId="273"/>
            <ac:picMk id="4" creationId="{7E0D5587-1C31-4B0D-10DF-6D73FBFAD75C}"/>
          </ac:picMkLst>
        </pc:picChg>
      </pc:sldChg>
      <pc:sldChg chg="modSp del">
        <pc:chgData name="Andrew Andrew Chen" userId="S::phyozaythitandrewchen@student.uts.edu.au::93bb1801-6ad4-4fe1-b4b1-0b9b048050c6" providerId="AD" clId="Web-{F5C96047-5770-5459-D7FD-AB46CFA0376C}" dt="2025-05-26T08:46:10.366" v="15"/>
        <pc:sldMkLst>
          <pc:docMk/>
          <pc:sldMk cId="1802965266" sldId="274"/>
        </pc:sldMkLst>
        <pc:spChg chg="mod">
          <ac:chgData name="Andrew Andrew Chen" userId="S::phyozaythitandrewchen@student.uts.edu.au::93bb1801-6ad4-4fe1-b4b1-0b9b048050c6" providerId="AD" clId="Web-{F5C96047-5770-5459-D7FD-AB46CFA0376C}" dt="2025-05-26T08:44:49.364" v="3" actId="20577"/>
          <ac:spMkLst>
            <pc:docMk/>
            <pc:sldMk cId="1802965266" sldId="274"/>
            <ac:spMk id="2" creationId="{8550EA46-A94E-1CCF-8ED9-8A5B5945ADBB}"/>
          </ac:spMkLst>
        </pc:spChg>
      </pc:sldChg>
      <pc:sldChg chg="addSp delSp modSp add replId">
        <pc:chgData name="Andrew Andrew Chen" userId="S::phyozaythitandrewchen@student.uts.edu.au::93bb1801-6ad4-4fe1-b4b1-0b9b048050c6" providerId="AD" clId="Web-{F5C96047-5770-5459-D7FD-AB46CFA0376C}" dt="2025-05-26T08:45:57.381" v="13"/>
        <pc:sldMkLst>
          <pc:docMk/>
          <pc:sldMk cId="1568259081" sldId="276"/>
        </pc:sldMkLst>
        <pc:spChg chg="mod">
          <ac:chgData name="Andrew Andrew Chen" userId="S::phyozaythitandrewchen@student.uts.edu.au::93bb1801-6ad4-4fe1-b4b1-0b9b048050c6" providerId="AD" clId="Web-{F5C96047-5770-5459-D7FD-AB46CFA0376C}" dt="2025-05-26T08:45:32.412" v="5" actId="20577"/>
          <ac:spMkLst>
            <pc:docMk/>
            <pc:sldMk cId="1568259081" sldId="276"/>
            <ac:spMk id="2" creationId="{460DF088-ACFB-DACB-4934-6D19514C32FE}"/>
          </ac:spMkLst>
        </pc:spChg>
        <pc:picChg chg="add mod">
          <ac:chgData name="Andrew Andrew Chen" userId="S::phyozaythitandrewchen@student.uts.edu.au::93bb1801-6ad4-4fe1-b4b1-0b9b048050c6" providerId="AD" clId="Web-{F5C96047-5770-5459-D7FD-AB46CFA0376C}" dt="2025-05-26T08:45:51.116" v="10" actId="14100"/>
          <ac:picMkLst>
            <pc:docMk/>
            <pc:sldMk cId="1568259081" sldId="276"/>
            <ac:picMk id="3" creationId="{4089676E-30BF-957E-2D00-B648ED0C18C8}"/>
          </ac:picMkLst>
        </pc:picChg>
        <pc:picChg chg="add del mod">
          <ac:chgData name="Andrew Andrew Chen" userId="S::phyozaythitandrewchen@student.uts.edu.au::93bb1801-6ad4-4fe1-b4b1-0b9b048050c6" providerId="AD" clId="Web-{F5C96047-5770-5459-D7FD-AB46CFA0376C}" dt="2025-05-26T08:45:57.381" v="13"/>
          <ac:picMkLst>
            <pc:docMk/>
            <pc:sldMk cId="1568259081" sldId="276"/>
            <ac:picMk id="4" creationId="{310590A1-85D8-5E92-2AA2-E907E8FF02FF}"/>
          </ac:picMkLst>
        </pc:picChg>
        <pc:picChg chg="del">
          <ac:chgData name="Andrew Andrew Chen" userId="S::phyozaythitandrewchen@student.uts.edu.au::93bb1801-6ad4-4fe1-b4b1-0b9b048050c6" providerId="AD" clId="Web-{F5C96047-5770-5459-D7FD-AB46CFA0376C}" dt="2025-05-26T08:45:40.975" v="7"/>
          <ac:picMkLst>
            <pc:docMk/>
            <pc:sldMk cId="1568259081" sldId="276"/>
            <ac:picMk id="5" creationId="{823AE99C-66FF-27C0-4132-8488EA8AAE93}"/>
          </ac:picMkLst>
        </pc:picChg>
      </pc:sldChg>
      <pc:sldChg chg="addSp delSp modSp add replId">
        <pc:chgData name="Andrew Andrew Chen" userId="S::phyozaythitandrewchen@student.uts.edu.au::93bb1801-6ad4-4fe1-b4b1-0b9b048050c6" providerId="AD" clId="Web-{F5C96047-5770-5459-D7FD-AB46CFA0376C}" dt="2025-05-26T08:46:44.164" v="22"/>
        <pc:sldMkLst>
          <pc:docMk/>
          <pc:sldMk cId="3749786744" sldId="277"/>
        </pc:sldMkLst>
        <pc:spChg chg="mod">
          <ac:chgData name="Andrew Andrew Chen" userId="S::phyozaythitandrewchen@student.uts.edu.au::93bb1801-6ad4-4fe1-b4b1-0b9b048050c6" providerId="AD" clId="Web-{F5C96047-5770-5459-D7FD-AB46CFA0376C}" dt="2025-05-26T08:46:22.476" v="20" actId="20577"/>
          <ac:spMkLst>
            <pc:docMk/>
            <pc:sldMk cId="3749786744" sldId="277"/>
            <ac:spMk id="2" creationId="{72D31A27-BC9D-733E-A899-990441A18B15}"/>
          </ac:spMkLst>
        </pc:spChg>
        <pc:picChg chg="del">
          <ac:chgData name="Andrew Andrew Chen" userId="S::phyozaythitandrewchen@student.uts.edu.au::93bb1801-6ad4-4fe1-b4b1-0b9b048050c6" providerId="AD" clId="Web-{F5C96047-5770-5459-D7FD-AB46CFA0376C}" dt="2025-05-26T08:46:22.507" v="21"/>
          <ac:picMkLst>
            <pc:docMk/>
            <pc:sldMk cId="3749786744" sldId="277"/>
            <ac:picMk id="3" creationId="{3529AC8C-0FF0-5D77-5490-9E2426403DF4}"/>
          </ac:picMkLst>
        </pc:picChg>
        <pc:picChg chg="add mod">
          <ac:chgData name="Andrew Andrew Chen" userId="S::phyozaythitandrewchen@student.uts.edu.au::93bb1801-6ad4-4fe1-b4b1-0b9b048050c6" providerId="AD" clId="Web-{F5C96047-5770-5459-D7FD-AB46CFA0376C}" dt="2025-05-26T08:46:44.164" v="22"/>
          <ac:picMkLst>
            <pc:docMk/>
            <pc:sldMk cId="3749786744" sldId="277"/>
            <ac:picMk id="4" creationId="{42831598-1762-3002-617C-C3E53FACBBF1}"/>
          </ac:picMkLst>
        </pc:picChg>
      </pc:sldChg>
    </pc:docChg>
  </pc:docChgLst>
  <pc:docChgLst>
    <pc:chgData name="Andrew Andrew Chen" userId="S::phyozaythitandrewchen@student.uts.edu.au::93bb1801-6ad4-4fe1-b4b1-0b9b048050c6" providerId="AD" clId="Web-{093E9CA8-609F-1B11-8A1D-6A965DE0420A}"/>
    <pc:docChg chg="modSld">
      <pc:chgData name="Andrew Andrew Chen" userId="S::phyozaythitandrewchen@student.uts.edu.au::93bb1801-6ad4-4fe1-b4b1-0b9b048050c6" providerId="AD" clId="Web-{093E9CA8-609F-1B11-8A1D-6A965DE0420A}" dt="2025-05-26T09:36:30.501" v="18" actId="20577"/>
      <pc:docMkLst>
        <pc:docMk/>
      </pc:docMkLst>
      <pc:sldChg chg="modSp">
        <pc:chgData name="Andrew Andrew Chen" userId="S::phyozaythitandrewchen@student.uts.edu.au::93bb1801-6ad4-4fe1-b4b1-0b9b048050c6" providerId="AD" clId="Web-{093E9CA8-609F-1B11-8A1D-6A965DE0420A}" dt="2025-05-26T08:49:25.142" v="17" actId="20577"/>
        <pc:sldMkLst>
          <pc:docMk/>
          <pc:sldMk cId="391952279" sldId="259"/>
        </pc:sldMkLst>
        <pc:spChg chg="mod">
          <ac:chgData name="Andrew Andrew Chen" userId="S::phyozaythitandrewchen@student.uts.edu.au::93bb1801-6ad4-4fe1-b4b1-0b9b048050c6" providerId="AD" clId="Web-{093E9CA8-609F-1B11-8A1D-6A965DE0420A}" dt="2025-05-26T08:49:25.142" v="17" actId="20577"/>
          <ac:spMkLst>
            <pc:docMk/>
            <pc:sldMk cId="391952279" sldId="259"/>
            <ac:spMk id="3" creationId="{C0FE1E3A-0747-D25F-D456-8ABD22818C6B}"/>
          </ac:spMkLst>
        </pc:spChg>
      </pc:sldChg>
      <pc:sldChg chg="modSp">
        <pc:chgData name="Andrew Andrew Chen" userId="S::phyozaythitandrewchen@student.uts.edu.au::93bb1801-6ad4-4fe1-b4b1-0b9b048050c6" providerId="AD" clId="Web-{093E9CA8-609F-1B11-8A1D-6A965DE0420A}" dt="2025-05-26T09:36:30.501" v="18" actId="20577"/>
        <pc:sldMkLst>
          <pc:docMk/>
          <pc:sldMk cId="2583956779" sldId="264"/>
        </pc:sldMkLst>
        <pc:spChg chg="mod">
          <ac:chgData name="Andrew Andrew Chen" userId="S::phyozaythitandrewchen@student.uts.edu.au::93bb1801-6ad4-4fe1-b4b1-0b9b048050c6" providerId="AD" clId="Web-{093E9CA8-609F-1B11-8A1D-6A965DE0420A}" dt="2025-05-26T09:36:30.501" v="18" actId="20577"/>
          <ac:spMkLst>
            <pc:docMk/>
            <pc:sldMk cId="2583956779" sldId="264"/>
            <ac:spMk id="3" creationId="{40A51E5D-C7D7-8612-3160-F4FED2ECF709}"/>
          </ac:spMkLst>
        </pc:spChg>
      </pc:sldChg>
    </pc:docChg>
  </pc:docChgLst>
  <pc:docChgLst>
    <pc:chgData name="Zhengyi Duan" userId="fe24c440-f450-4c95-a279-bfefc44647dd" providerId="ADAL" clId="{FF1C9543-8BE0-486F-90B2-D638F10DF29F}"/>
    <pc:docChg chg="undo redo custSel addSld delSld modSld sldOrd">
      <pc:chgData name="Zhengyi Duan" userId="fe24c440-f450-4c95-a279-bfefc44647dd" providerId="ADAL" clId="{FF1C9543-8BE0-486F-90B2-D638F10DF29F}" dt="2025-05-25T12:37:49.003" v="644" actId="20577"/>
      <pc:docMkLst>
        <pc:docMk/>
      </pc:docMkLst>
      <pc:sldChg chg="addSp delSp modSp mod">
        <pc:chgData name="Zhengyi Duan" userId="fe24c440-f450-4c95-a279-bfefc44647dd" providerId="ADAL" clId="{FF1C9543-8BE0-486F-90B2-D638F10DF29F}" dt="2025-05-25T12:21:32.219" v="487" actId="20577"/>
        <pc:sldMkLst>
          <pc:docMk/>
          <pc:sldMk cId="391952279" sldId="259"/>
        </pc:sldMkLst>
        <pc:spChg chg="mod">
          <ac:chgData name="Zhengyi Duan" userId="fe24c440-f450-4c95-a279-bfefc44647dd" providerId="ADAL" clId="{FF1C9543-8BE0-486F-90B2-D638F10DF29F}" dt="2025-05-25T11:14:20.673" v="75" actId="26606"/>
          <ac:spMkLst>
            <pc:docMk/>
            <pc:sldMk cId="391952279" sldId="259"/>
            <ac:spMk id="2" creationId="{54F2CC7D-C35E-6973-AF81-6F3B5B21E9A5}"/>
          </ac:spMkLst>
        </pc:spChg>
        <pc:spChg chg="mod ord">
          <ac:chgData name="Zhengyi Duan" userId="fe24c440-f450-4c95-a279-bfefc44647dd" providerId="ADAL" clId="{FF1C9543-8BE0-486F-90B2-D638F10DF29F}" dt="2025-05-25T12:21:32.219" v="487" actId="20577"/>
          <ac:spMkLst>
            <pc:docMk/>
            <pc:sldMk cId="391952279" sldId="259"/>
            <ac:spMk id="3" creationId="{C0FE1E3A-0747-D25F-D456-8ABD22818C6B}"/>
          </ac:spMkLst>
        </pc:spChg>
        <pc:spChg chg="add del">
          <ac:chgData name="Zhengyi Duan" userId="fe24c440-f450-4c95-a279-bfefc44647dd" providerId="ADAL" clId="{FF1C9543-8BE0-486F-90B2-D638F10DF29F}" dt="2025-05-25T11:04:24.366" v="8" actId="26606"/>
          <ac:spMkLst>
            <pc:docMk/>
            <pc:sldMk cId="391952279" sldId="259"/>
            <ac:spMk id="64" creationId="{F13C74B1-5B17-4795-BED0-7140497B445A}"/>
          </ac:spMkLst>
        </pc:spChg>
        <pc:spChg chg="add del">
          <ac:chgData name="Zhengyi Duan" userId="fe24c440-f450-4c95-a279-bfefc44647dd" providerId="ADAL" clId="{FF1C9543-8BE0-486F-90B2-D638F10DF29F}" dt="2025-05-25T11:04:24.366" v="8" actId="26606"/>
          <ac:spMkLst>
            <pc:docMk/>
            <pc:sldMk cId="391952279" sldId="259"/>
            <ac:spMk id="66" creationId="{D4974D33-8DC5-464E-8C6D-BE58F0669C17}"/>
          </ac:spMkLst>
        </pc:spChg>
        <pc:spChg chg="add del">
          <ac:chgData name="Zhengyi Duan" userId="fe24c440-f450-4c95-a279-bfefc44647dd" providerId="ADAL" clId="{FF1C9543-8BE0-486F-90B2-D638F10DF29F}" dt="2025-05-25T11:04:24.359" v="7" actId="26606"/>
          <ac:spMkLst>
            <pc:docMk/>
            <pc:sldMk cId="391952279" sldId="259"/>
            <ac:spMk id="71" creationId="{6EA86598-DA2C-41D5-BC0C-E877F8818EEB}"/>
          </ac:spMkLst>
        </pc:spChg>
        <pc:spChg chg="add del">
          <ac:chgData name="Zhengyi Duan" userId="fe24c440-f450-4c95-a279-bfefc44647dd" providerId="ADAL" clId="{FF1C9543-8BE0-486F-90B2-D638F10DF29F}" dt="2025-05-25T11:04:24.359" v="7" actId="26606"/>
          <ac:spMkLst>
            <pc:docMk/>
            <pc:sldMk cId="391952279" sldId="259"/>
            <ac:spMk id="73" creationId="{450D3AD2-FA80-415F-A9CE-54D884561CD7}"/>
          </ac:spMkLst>
        </pc:spChg>
        <pc:spChg chg="add del">
          <ac:chgData name="Zhengyi Duan" userId="fe24c440-f450-4c95-a279-bfefc44647dd" providerId="ADAL" clId="{FF1C9543-8BE0-486F-90B2-D638F10DF29F}" dt="2025-05-25T11:04:24.359" v="7" actId="26606"/>
          <ac:spMkLst>
            <pc:docMk/>
            <pc:sldMk cId="391952279" sldId="259"/>
            <ac:spMk id="75" creationId="{87F16C5A-0D41-47A9-B0A2-9C2AD7A8CF32}"/>
          </ac:spMkLst>
        </pc:spChg>
        <pc:spChg chg="add del">
          <ac:chgData name="Zhengyi Duan" userId="fe24c440-f450-4c95-a279-bfefc44647dd" providerId="ADAL" clId="{FF1C9543-8BE0-486F-90B2-D638F10DF29F}" dt="2025-05-25T11:05:58.089" v="28" actId="26606"/>
          <ac:spMkLst>
            <pc:docMk/>
            <pc:sldMk cId="391952279" sldId="259"/>
            <ac:spMk id="77" creationId="{2EB492CD-616E-47F8-933B-5E2D952A0593}"/>
          </ac:spMkLst>
        </pc:spChg>
        <pc:spChg chg="add del">
          <ac:chgData name="Zhengyi Duan" userId="fe24c440-f450-4c95-a279-bfefc44647dd" providerId="ADAL" clId="{FF1C9543-8BE0-486F-90B2-D638F10DF29F}" dt="2025-05-25T11:05:58.089" v="28" actId="26606"/>
          <ac:spMkLst>
            <pc:docMk/>
            <pc:sldMk cId="391952279" sldId="259"/>
            <ac:spMk id="78" creationId="{59383CF9-23B5-4335-9B21-1791C4CF1C75}"/>
          </ac:spMkLst>
        </pc:spChg>
        <pc:spChg chg="add del">
          <ac:chgData name="Zhengyi Duan" userId="fe24c440-f450-4c95-a279-bfefc44647dd" providerId="ADAL" clId="{FF1C9543-8BE0-486F-90B2-D638F10DF29F}" dt="2025-05-25T11:05:58.089" v="28" actId="26606"/>
          <ac:spMkLst>
            <pc:docMk/>
            <pc:sldMk cId="391952279" sldId="259"/>
            <ac:spMk id="79" creationId="{0007FE00-9498-4706-B255-6437B0252C02}"/>
          </ac:spMkLst>
        </pc:spChg>
        <pc:spChg chg="add del">
          <ac:chgData name="Zhengyi Duan" userId="fe24c440-f450-4c95-a279-bfefc44647dd" providerId="ADAL" clId="{FF1C9543-8BE0-486F-90B2-D638F10DF29F}" dt="2025-05-25T11:06:13.470" v="32" actId="26606"/>
          <ac:spMkLst>
            <pc:docMk/>
            <pc:sldMk cId="391952279" sldId="259"/>
            <ac:spMk id="84" creationId="{6EA86598-DA2C-41D5-BC0C-E877F8818EEB}"/>
          </ac:spMkLst>
        </pc:spChg>
        <pc:spChg chg="add del">
          <ac:chgData name="Zhengyi Duan" userId="fe24c440-f450-4c95-a279-bfefc44647dd" providerId="ADAL" clId="{FF1C9543-8BE0-486F-90B2-D638F10DF29F}" dt="2025-05-25T11:06:13.470" v="32" actId="26606"/>
          <ac:spMkLst>
            <pc:docMk/>
            <pc:sldMk cId="391952279" sldId="259"/>
            <ac:spMk id="86" creationId="{450D3AD2-FA80-415F-A9CE-54D884561CD7}"/>
          </ac:spMkLst>
        </pc:spChg>
        <pc:spChg chg="add del">
          <ac:chgData name="Zhengyi Duan" userId="fe24c440-f450-4c95-a279-bfefc44647dd" providerId="ADAL" clId="{FF1C9543-8BE0-486F-90B2-D638F10DF29F}" dt="2025-05-25T11:06:13.470" v="32" actId="26606"/>
          <ac:spMkLst>
            <pc:docMk/>
            <pc:sldMk cId="391952279" sldId="259"/>
            <ac:spMk id="88" creationId="{87F16C5A-0D41-47A9-B0A2-9C2AD7A8CF32}"/>
          </ac:spMkLst>
        </pc:spChg>
        <pc:spChg chg="add del">
          <ac:chgData name="Zhengyi Duan" userId="fe24c440-f450-4c95-a279-bfefc44647dd" providerId="ADAL" clId="{FF1C9543-8BE0-486F-90B2-D638F10DF29F}" dt="2025-05-25T11:14:20.673" v="75" actId="26606"/>
          <ac:spMkLst>
            <pc:docMk/>
            <pc:sldMk cId="391952279" sldId="259"/>
            <ac:spMk id="93" creationId="{6EA86598-DA2C-41D5-BC0C-E877F8818EEB}"/>
          </ac:spMkLst>
        </pc:spChg>
        <pc:spChg chg="add del">
          <ac:chgData name="Zhengyi Duan" userId="fe24c440-f450-4c95-a279-bfefc44647dd" providerId="ADAL" clId="{FF1C9543-8BE0-486F-90B2-D638F10DF29F}" dt="2025-05-25T11:14:20.673" v="75" actId="26606"/>
          <ac:spMkLst>
            <pc:docMk/>
            <pc:sldMk cId="391952279" sldId="259"/>
            <ac:spMk id="95" creationId="{450D3AD2-FA80-415F-A9CE-54D884561CD7}"/>
          </ac:spMkLst>
        </pc:spChg>
        <pc:spChg chg="add del">
          <ac:chgData name="Zhengyi Duan" userId="fe24c440-f450-4c95-a279-bfefc44647dd" providerId="ADAL" clId="{FF1C9543-8BE0-486F-90B2-D638F10DF29F}" dt="2025-05-25T11:14:20.673" v="75" actId="26606"/>
          <ac:spMkLst>
            <pc:docMk/>
            <pc:sldMk cId="391952279" sldId="259"/>
            <ac:spMk id="97" creationId="{87F16C5A-0D41-47A9-B0A2-9C2AD7A8CF32}"/>
          </ac:spMkLst>
        </pc:spChg>
        <pc:spChg chg="add">
          <ac:chgData name="Zhengyi Duan" userId="fe24c440-f450-4c95-a279-bfefc44647dd" providerId="ADAL" clId="{FF1C9543-8BE0-486F-90B2-D638F10DF29F}" dt="2025-05-25T11:14:20.673" v="75" actId="26606"/>
          <ac:spMkLst>
            <pc:docMk/>
            <pc:sldMk cId="391952279" sldId="259"/>
            <ac:spMk id="102" creationId="{2C61293E-6EBE-43EF-A52C-9BEBFD7679D4}"/>
          </ac:spMkLst>
        </pc:spChg>
        <pc:spChg chg="add">
          <ac:chgData name="Zhengyi Duan" userId="fe24c440-f450-4c95-a279-bfefc44647dd" providerId="ADAL" clId="{FF1C9543-8BE0-486F-90B2-D638F10DF29F}" dt="2025-05-25T11:14:20.673" v="75" actId="26606"/>
          <ac:spMkLst>
            <pc:docMk/>
            <pc:sldMk cId="391952279" sldId="259"/>
            <ac:spMk id="104" creationId="{21540236-BFD5-4A9D-8840-4703E7F76825}"/>
          </ac:spMkLst>
        </pc:spChg>
        <pc:picChg chg="del mod">
          <ac:chgData name="Zhengyi Duan" userId="fe24c440-f450-4c95-a279-bfefc44647dd" providerId="ADAL" clId="{FF1C9543-8BE0-486F-90B2-D638F10DF29F}" dt="2025-05-25T11:05:00.645" v="13" actId="478"/>
          <ac:picMkLst>
            <pc:docMk/>
            <pc:sldMk cId="391952279" sldId="259"/>
            <ac:picMk id="5" creationId="{247DD75C-9EE2-28B1-79C5-C685191E17F4}"/>
          </ac:picMkLst>
        </pc:picChg>
        <pc:picChg chg="add mod">
          <ac:chgData name="Zhengyi Duan" userId="fe24c440-f450-4c95-a279-bfefc44647dd" providerId="ADAL" clId="{FF1C9543-8BE0-486F-90B2-D638F10DF29F}" dt="2025-05-25T11:14:20.673" v="75" actId="26606"/>
          <ac:picMkLst>
            <pc:docMk/>
            <pc:sldMk cId="391952279" sldId="259"/>
            <ac:picMk id="6" creationId="{A8C3F01F-8479-D854-F963-D140AEDD4A9B}"/>
          </ac:picMkLst>
        </pc:picChg>
      </pc:sldChg>
      <pc:sldChg chg="del">
        <pc:chgData name="Zhengyi Duan" userId="fe24c440-f450-4c95-a279-bfefc44647dd" providerId="ADAL" clId="{FF1C9543-8BE0-486F-90B2-D638F10DF29F}" dt="2025-05-25T11:43:15.017" v="205" actId="47"/>
        <pc:sldMkLst>
          <pc:docMk/>
          <pc:sldMk cId="1597300179" sldId="262"/>
        </pc:sldMkLst>
      </pc:sldChg>
      <pc:sldChg chg="modSp mod">
        <pc:chgData name="Zhengyi Duan" userId="fe24c440-f450-4c95-a279-bfefc44647dd" providerId="ADAL" clId="{FF1C9543-8BE0-486F-90B2-D638F10DF29F}" dt="2025-05-25T11:43:12.042" v="204" actId="20577"/>
        <pc:sldMkLst>
          <pc:docMk/>
          <pc:sldMk cId="1653477389" sldId="263"/>
        </pc:sldMkLst>
        <pc:spChg chg="mod">
          <ac:chgData name="Zhengyi Duan" userId="fe24c440-f450-4c95-a279-bfefc44647dd" providerId="ADAL" clId="{FF1C9543-8BE0-486F-90B2-D638F10DF29F}" dt="2025-05-25T11:43:12.042" v="204" actId="20577"/>
          <ac:spMkLst>
            <pc:docMk/>
            <pc:sldMk cId="1653477389" sldId="263"/>
            <ac:spMk id="3" creationId="{BC12602E-A831-2DE2-30F7-A4405E5ACE14}"/>
          </ac:spMkLst>
        </pc:spChg>
      </pc:sldChg>
      <pc:sldChg chg="addSp delSp modSp add mod delDesignElem chgLayout">
        <pc:chgData name="Zhengyi Duan" userId="fe24c440-f450-4c95-a279-bfefc44647dd" providerId="ADAL" clId="{FF1C9543-8BE0-486F-90B2-D638F10DF29F}" dt="2025-05-25T12:21:48.834" v="490" actId="1076"/>
        <pc:sldMkLst>
          <pc:docMk/>
          <pc:sldMk cId="608343756" sldId="265"/>
        </pc:sldMkLst>
        <pc:spChg chg="mod ord">
          <ac:chgData name="Zhengyi Duan" userId="fe24c440-f450-4c95-a279-bfefc44647dd" providerId="ADAL" clId="{FF1C9543-8BE0-486F-90B2-D638F10DF29F}" dt="2025-05-25T12:20:39.102" v="483" actId="26606"/>
          <ac:spMkLst>
            <pc:docMk/>
            <pc:sldMk cId="608343756" sldId="265"/>
            <ac:spMk id="2" creationId="{BAAAE3B0-9BCB-6048-6049-A7C816ABE895}"/>
          </ac:spMkLst>
        </pc:spChg>
        <pc:spChg chg="mod ord">
          <ac:chgData name="Zhengyi Duan" userId="fe24c440-f450-4c95-a279-bfefc44647dd" providerId="ADAL" clId="{FF1C9543-8BE0-486F-90B2-D638F10DF29F}" dt="2025-05-25T12:21:42.665" v="488" actId="1076"/>
          <ac:spMkLst>
            <pc:docMk/>
            <pc:sldMk cId="608343756" sldId="265"/>
            <ac:spMk id="3" creationId="{62740D90-FBC7-AC14-9252-8A59D183527D}"/>
          </ac:spMkLst>
        </pc:spChg>
        <pc:spChg chg="add del mod">
          <ac:chgData name="Zhengyi Duan" userId="fe24c440-f450-4c95-a279-bfefc44647dd" providerId="ADAL" clId="{FF1C9543-8BE0-486F-90B2-D638F10DF29F}" dt="2025-05-25T12:00:44.903" v="339" actId="478"/>
          <ac:spMkLst>
            <pc:docMk/>
            <pc:sldMk cId="608343756" sldId="265"/>
            <ac:spMk id="5" creationId="{BAA3964B-6C68-DB51-050F-DC757EFC11B9}"/>
          </ac:spMkLst>
        </pc:spChg>
        <pc:spChg chg="add del mod">
          <ac:chgData name="Zhengyi Duan" userId="fe24c440-f450-4c95-a279-bfefc44647dd" providerId="ADAL" clId="{FF1C9543-8BE0-486F-90B2-D638F10DF29F}" dt="2025-05-25T12:02:41.234" v="355" actId="6264"/>
          <ac:spMkLst>
            <pc:docMk/>
            <pc:sldMk cId="608343756" sldId="265"/>
            <ac:spMk id="7" creationId="{B5EAF7B5-AB35-07E8-CEB6-F9A410D14E9F}"/>
          </ac:spMkLst>
        </pc:spChg>
        <pc:spChg chg="add del mod">
          <ac:chgData name="Zhengyi Duan" userId="fe24c440-f450-4c95-a279-bfefc44647dd" providerId="ADAL" clId="{FF1C9543-8BE0-486F-90B2-D638F10DF29F}" dt="2025-05-25T12:02:41.234" v="355" actId="6264"/>
          <ac:spMkLst>
            <pc:docMk/>
            <pc:sldMk cId="608343756" sldId="265"/>
            <ac:spMk id="8" creationId="{A5C27BB4-EA8B-1CEF-332A-2402F89D500A}"/>
          </ac:spMkLst>
        </pc:spChg>
        <pc:spChg chg="add del">
          <ac:chgData name="Zhengyi Duan" userId="fe24c440-f450-4c95-a279-bfefc44647dd" providerId="ADAL" clId="{FF1C9543-8BE0-486F-90B2-D638F10DF29F}" dt="2025-05-25T12:02:52.692" v="357" actId="26606"/>
          <ac:spMkLst>
            <pc:docMk/>
            <pc:sldMk cId="608343756" sldId="265"/>
            <ac:spMk id="9" creationId="{2EB492CD-616E-47F8-933B-5E2D952A0593}"/>
          </ac:spMkLst>
        </pc:spChg>
        <pc:spChg chg="add del mod">
          <ac:chgData name="Zhengyi Duan" userId="fe24c440-f450-4c95-a279-bfefc44647dd" providerId="ADAL" clId="{FF1C9543-8BE0-486F-90B2-D638F10DF29F}" dt="2025-05-25T12:05:16.688" v="378" actId="478"/>
          <ac:spMkLst>
            <pc:docMk/>
            <pc:sldMk cId="608343756" sldId="265"/>
            <ac:spMk id="10" creationId="{3FBF8E85-DE42-67DC-420C-F63E90083F5E}"/>
          </ac:spMkLst>
        </pc:spChg>
        <pc:spChg chg="add del">
          <ac:chgData name="Zhengyi Duan" userId="fe24c440-f450-4c95-a279-bfefc44647dd" providerId="ADAL" clId="{FF1C9543-8BE0-486F-90B2-D638F10DF29F}" dt="2025-05-25T12:02:52.692" v="357" actId="26606"/>
          <ac:spMkLst>
            <pc:docMk/>
            <pc:sldMk cId="608343756" sldId="265"/>
            <ac:spMk id="11" creationId="{59383CF9-23B5-4335-9B21-1791C4CF1C75}"/>
          </ac:spMkLst>
        </pc:spChg>
        <pc:spChg chg="add del">
          <ac:chgData name="Zhengyi Duan" userId="fe24c440-f450-4c95-a279-bfefc44647dd" providerId="ADAL" clId="{FF1C9543-8BE0-486F-90B2-D638F10DF29F}" dt="2025-05-25T12:02:52.692" v="357" actId="26606"/>
          <ac:spMkLst>
            <pc:docMk/>
            <pc:sldMk cId="608343756" sldId="265"/>
            <ac:spMk id="13" creationId="{0007FE00-9498-4706-B255-6437B0252C02}"/>
          </ac:spMkLst>
        </pc:spChg>
        <pc:spChg chg="add mod">
          <ac:chgData name="Zhengyi Duan" userId="fe24c440-f450-4c95-a279-bfefc44647dd" providerId="ADAL" clId="{FF1C9543-8BE0-486F-90B2-D638F10DF29F}" dt="2025-05-25T12:21:48.834" v="490" actId="1076"/>
          <ac:spMkLst>
            <pc:docMk/>
            <pc:sldMk cId="608343756" sldId="265"/>
            <ac:spMk id="14" creationId="{0D2ECDC7-A08F-980B-1C07-1E015E2B8D36}"/>
          </ac:spMkLst>
        </pc:spChg>
        <pc:spChg chg="add">
          <ac:chgData name="Zhengyi Duan" userId="fe24c440-f450-4c95-a279-bfefc44647dd" providerId="ADAL" clId="{FF1C9543-8BE0-486F-90B2-D638F10DF29F}" dt="2025-05-25T12:20:39.102" v="483" actId="26606"/>
          <ac:spMkLst>
            <pc:docMk/>
            <pc:sldMk cId="608343756" sldId="265"/>
            <ac:spMk id="25" creationId="{0288C6B4-AFC3-407F-A595-EFFD38D4CCAF}"/>
          </ac:spMkLst>
        </pc:spChg>
        <pc:spChg chg="add">
          <ac:chgData name="Zhengyi Duan" userId="fe24c440-f450-4c95-a279-bfefc44647dd" providerId="ADAL" clId="{FF1C9543-8BE0-486F-90B2-D638F10DF29F}" dt="2025-05-25T12:20:39.102" v="483" actId="26606"/>
          <ac:spMkLst>
            <pc:docMk/>
            <pc:sldMk cId="608343756" sldId="265"/>
            <ac:spMk id="27" creationId="{CF236821-17FE-429B-8D2C-08E13A64EA40}"/>
          </ac:spMkLst>
        </pc:spChg>
        <pc:spChg chg="add">
          <ac:chgData name="Zhengyi Duan" userId="fe24c440-f450-4c95-a279-bfefc44647dd" providerId="ADAL" clId="{FF1C9543-8BE0-486F-90B2-D638F10DF29F}" dt="2025-05-25T12:20:39.102" v="483" actId="26606"/>
          <ac:spMkLst>
            <pc:docMk/>
            <pc:sldMk cId="608343756" sldId="265"/>
            <ac:spMk id="29" creationId="{C0BDBCD2-E081-43AB-9119-C55465E59757}"/>
          </ac:spMkLst>
        </pc:spChg>
        <pc:spChg chg="add">
          <ac:chgData name="Zhengyi Duan" userId="fe24c440-f450-4c95-a279-bfefc44647dd" providerId="ADAL" clId="{FF1C9543-8BE0-486F-90B2-D638F10DF29F}" dt="2025-05-25T12:20:39.102" v="483" actId="26606"/>
          <ac:spMkLst>
            <pc:docMk/>
            <pc:sldMk cId="608343756" sldId="265"/>
            <ac:spMk id="31" creationId="{98E79BE4-34FE-485A-98A5-92CE8F7C4743}"/>
          </ac:spMkLst>
        </pc:spChg>
        <pc:spChg chg="add">
          <ac:chgData name="Zhengyi Duan" userId="fe24c440-f450-4c95-a279-bfefc44647dd" providerId="ADAL" clId="{FF1C9543-8BE0-486F-90B2-D638F10DF29F}" dt="2025-05-25T12:20:39.102" v="483" actId="26606"/>
          <ac:spMkLst>
            <pc:docMk/>
            <pc:sldMk cId="608343756" sldId="265"/>
            <ac:spMk id="33" creationId="{7A5F0580-5EE9-419F-96EE-B6529EF6E7D0}"/>
          </ac:spMkLst>
        </pc:spChg>
        <pc:spChg chg="del">
          <ac:chgData name="Zhengyi Duan" userId="fe24c440-f450-4c95-a279-bfefc44647dd" providerId="ADAL" clId="{FF1C9543-8BE0-486F-90B2-D638F10DF29F}" dt="2025-05-25T11:14:29.344" v="76" actId="26606"/>
          <ac:spMkLst>
            <pc:docMk/>
            <pc:sldMk cId="608343756" sldId="265"/>
            <ac:spMk id="93" creationId="{DCB6D2E3-0ACB-C245-ABE3-EF34701CB2B4}"/>
          </ac:spMkLst>
        </pc:spChg>
        <pc:spChg chg="del">
          <ac:chgData name="Zhengyi Duan" userId="fe24c440-f450-4c95-a279-bfefc44647dd" providerId="ADAL" clId="{FF1C9543-8BE0-486F-90B2-D638F10DF29F}" dt="2025-05-25T11:14:29.344" v="76" actId="26606"/>
          <ac:spMkLst>
            <pc:docMk/>
            <pc:sldMk cId="608343756" sldId="265"/>
            <ac:spMk id="95" creationId="{2DC5ABB0-2A8E-AE20-1490-ADEED11E3818}"/>
          </ac:spMkLst>
        </pc:spChg>
        <pc:spChg chg="del">
          <ac:chgData name="Zhengyi Duan" userId="fe24c440-f450-4c95-a279-bfefc44647dd" providerId="ADAL" clId="{FF1C9543-8BE0-486F-90B2-D638F10DF29F}" dt="2025-05-25T11:14:29.344" v="76" actId="26606"/>
          <ac:spMkLst>
            <pc:docMk/>
            <pc:sldMk cId="608343756" sldId="265"/>
            <ac:spMk id="97" creationId="{76E2D4E6-F604-BE5C-A982-B77E97076E51}"/>
          </ac:spMkLst>
        </pc:spChg>
        <pc:spChg chg="add del">
          <ac:chgData name="Zhengyi Duan" userId="fe24c440-f450-4c95-a279-bfefc44647dd" providerId="ADAL" clId="{FF1C9543-8BE0-486F-90B2-D638F10DF29F}" dt="2025-05-25T12:02:41.234" v="355" actId="6264"/>
          <ac:spMkLst>
            <pc:docMk/>
            <pc:sldMk cId="608343756" sldId="265"/>
            <ac:spMk id="102" creationId="{2C61293E-6EBE-43EF-A52C-9BEBFD7679D4}"/>
          </ac:spMkLst>
        </pc:spChg>
        <pc:spChg chg="add del">
          <ac:chgData name="Zhengyi Duan" userId="fe24c440-f450-4c95-a279-bfefc44647dd" providerId="ADAL" clId="{FF1C9543-8BE0-486F-90B2-D638F10DF29F}" dt="2025-05-25T12:02:41.234" v="355" actId="6264"/>
          <ac:spMkLst>
            <pc:docMk/>
            <pc:sldMk cId="608343756" sldId="265"/>
            <ac:spMk id="104" creationId="{21540236-BFD5-4A9D-8840-4703E7F76825}"/>
          </ac:spMkLst>
        </pc:spChg>
        <pc:graphicFrameChg chg="add mod modGraphic">
          <ac:chgData name="Zhengyi Duan" userId="fe24c440-f450-4c95-a279-bfefc44647dd" providerId="ADAL" clId="{FF1C9543-8BE0-486F-90B2-D638F10DF29F}" dt="2025-05-25T12:20:39.102" v="483" actId="26606"/>
          <ac:graphicFrameMkLst>
            <pc:docMk/>
            <pc:sldMk cId="608343756" sldId="265"/>
            <ac:graphicFrameMk id="4" creationId="{FEFDAD6C-526F-352E-8AB0-DB1EE5751149}"/>
          </ac:graphicFrameMkLst>
        </pc:graphicFrameChg>
        <pc:picChg chg="del mod">
          <ac:chgData name="Zhengyi Duan" userId="fe24c440-f450-4c95-a279-bfefc44647dd" providerId="ADAL" clId="{FF1C9543-8BE0-486F-90B2-D638F10DF29F}" dt="2025-05-25T11:59:43.968" v="332" actId="478"/>
          <ac:picMkLst>
            <pc:docMk/>
            <pc:sldMk cId="608343756" sldId="265"/>
            <ac:picMk id="6" creationId="{0DC89CFA-6EAC-54B0-0E56-FB86186107DA}"/>
          </ac:picMkLst>
        </pc:picChg>
        <pc:cxnChg chg="add del">
          <ac:chgData name="Zhengyi Duan" userId="fe24c440-f450-4c95-a279-bfefc44647dd" providerId="ADAL" clId="{FF1C9543-8BE0-486F-90B2-D638F10DF29F}" dt="2025-05-25T12:05:32.739" v="379" actId="26606"/>
          <ac:cxnSpMkLst>
            <pc:docMk/>
            <pc:sldMk cId="608343756" sldId="265"/>
            <ac:cxnSpMk id="15" creationId="{1503BFE4-729B-D9D0-C17B-501E6AF1127A}"/>
          </ac:cxnSpMkLst>
        </pc:cxnChg>
        <pc:cxnChg chg="add del">
          <ac:chgData name="Zhengyi Duan" userId="fe24c440-f450-4c95-a279-bfefc44647dd" providerId="ADAL" clId="{FF1C9543-8BE0-486F-90B2-D638F10DF29F}" dt="2025-05-25T12:20:39.102" v="483" actId="26606"/>
          <ac:cxnSpMkLst>
            <pc:docMk/>
            <pc:sldMk cId="608343756" sldId="265"/>
            <ac:cxnSpMk id="20" creationId="{FC23E3B9-5ABF-58B3-E2B0-E9A5DAA90037}"/>
          </ac:cxnSpMkLst>
        </pc:cxnChg>
      </pc:sldChg>
      <pc:sldChg chg="addSp delSp modSp add mod">
        <pc:chgData name="Zhengyi Duan" userId="fe24c440-f450-4c95-a279-bfefc44647dd" providerId="ADAL" clId="{FF1C9543-8BE0-486F-90B2-D638F10DF29F}" dt="2025-05-25T11:18:56.323" v="87" actId="113"/>
        <pc:sldMkLst>
          <pc:docMk/>
          <pc:sldMk cId="2211639162" sldId="266"/>
        </pc:sldMkLst>
        <pc:spChg chg="mod">
          <ac:chgData name="Zhengyi Duan" userId="fe24c440-f450-4c95-a279-bfefc44647dd" providerId="ADAL" clId="{FF1C9543-8BE0-486F-90B2-D638F10DF29F}" dt="2025-05-25T11:14:10.204" v="74" actId="26606"/>
          <ac:spMkLst>
            <pc:docMk/>
            <pc:sldMk cId="2211639162" sldId="266"/>
            <ac:spMk id="2" creationId="{1372FEC4-4A70-0E31-896D-CDFEDD78E47C}"/>
          </ac:spMkLst>
        </pc:spChg>
        <pc:spChg chg="mod ord">
          <ac:chgData name="Zhengyi Duan" userId="fe24c440-f450-4c95-a279-bfefc44647dd" providerId="ADAL" clId="{FF1C9543-8BE0-486F-90B2-D638F10DF29F}" dt="2025-05-25T11:18:56.323" v="87" actId="113"/>
          <ac:spMkLst>
            <pc:docMk/>
            <pc:sldMk cId="2211639162" sldId="266"/>
            <ac:spMk id="3" creationId="{BEBB80F3-754B-BD8A-8E16-BFA281B5E0A9}"/>
          </ac:spMkLst>
        </pc:spChg>
        <pc:spChg chg="add del">
          <ac:chgData name="Zhengyi Duan" userId="fe24c440-f450-4c95-a279-bfefc44647dd" providerId="ADAL" clId="{FF1C9543-8BE0-486F-90B2-D638F10DF29F}" dt="2025-05-25T11:13:16.645" v="68" actId="26606"/>
          <ac:spMkLst>
            <pc:docMk/>
            <pc:sldMk cId="2211639162" sldId="266"/>
            <ac:spMk id="93" creationId="{AB625C11-8FD3-BC9C-30B3-7251047CAA23}"/>
          </ac:spMkLst>
        </pc:spChg>
        <pc:spChg chg="add del">
          <ac:chgData name="Zhengyi Duan" userId="fe24c440-f450-4c95-a279-bfefc44647dd" providerId="ADAL" clId="{FF1C9543-8BE0-486F-90B2-D638F10DF29F}" dt="2025-05-25T11:13:16.645" v="68" actId="26606"/>
          <ac:spMkLst>
            <pc:docMk/>
            <pc:sldMk cId="2211639162" sldId="266"/>
            <ac:spMk id="95" creationId="{5E5DE70E-7B52-9B82-BDBF-F94E34299770}"/>
          </ac:spMkLst>
        </pc:spChg>
        <pc:spChg chg="add del">
          <ac:chgData name="Zhengyi Duan" userId="fe24c440-f450-4c95-a279-bfefc44647dd" providerId="ADAL" clId="{FF1C9543-8BE0-486F-90B2-D638F10DF29F}" dt="2025-05-25T11:13:16.645" v="68" actId="26606"/>
          <ac:spMkLst>
            <pc:docMk/>
            <pc:sldMk cId="2211639162" sldId="266"/>
            <ac:spMk id="97" creationId="{A55B4A38-A00B-AD7F-C1BE-34BC484668E3}"/>
          </ac:spMkLst>
        </pc:spChg>
        <pc:spChg chg="add del">
          <ac:chgData name="Zhengyi Duan" userId="fe24c440-f450-4c95-a279-bfefc44647dd" providerId="ADAL" clId="{FF1C9543-8BE0-486F-90B2-D638F10DF29F}" dt="2025-05-25T11:13:16.637" v="67" actId="26606"/>
          <ac:spMkLst>
            <pc:docMk/>
            <pc:sldMk cId="2211639162" sldId="266"/>
            <ac:spMk id="102" creationId="{6EA86598-DA2C-41D5-BC0C-E877F8818EEB}"/>
          </ac:spMkLst>
        </pc:spChg>
        <pc:spChg chg="add del">
          <ac:chgData name="Zhengyi Duan" userId="fe24c440-f450-4c95-a279-bfefc44647dd" providerId="ADAL" clId="{FF1C9543-8BE0-486F-90B2-D638F10DF29F}" dt="2025-05-25T11:13:16.637" v="67" actId="26606"/>
          <ac:spMkLst>
            <pc:docMk/>
            <pc:sldMk cId="2211639162" sldId="266"/>
            <ac:spMk id="104" creationId="{450D3AD2-FA80-415F-A9CE-54D884561CD7}"/>
          </ac:spMkLst>
        </pc:spChg>
        <pc:spChg chg="add del">
          <ac:chgData name="Zhengyi Duan" userId="fe24c440-f450-4c95-a279-bfefc44647dd" providerId="ADAL" clId="{FF1C9543-8BE0-486F-90B2-D638F10DF29F}" dt="2025-05-25T11:13:16.637" v="67" actId="26606"/>
          <ac:spMkLst>
            <pc:docMk/>
            <pc:sldMk cId="2211639162" sldId="266"/>
            <ac:spMk id="106" creationId="{87F16C5A-0D41-47A9-B0A2-9C2AD7A8CF32}"/>
          </ac:spMkLst>
        </pc:spChg>
        <pc:spChg chg="add del">
          <ac:chgData name="Zhengyi Duan" userId="fe24c440-f450-4c95-a279-bfefc44647dd" providerId="ADAL" clId="{FF1C9543-8BE0-486F-90B2-D638F10DF29F}" dt="2025-05-25T11:13:55.586" v="73" actId="26606"/>
          <ac:spMkLst>
            <pc:docMk/>
            <pc:sldMk cId="2211639162" sldId="266"/>
            <ac:spMk id="108" creationId="{0E3596DD-156A-473E-9BB3-C6A29F7574E9}"/>
          </ac:spMkLst>
        </pc:spChg>
        <pc:spChg chg="add del">
          <ac:chgData name="Zhengyi Duan" userId="fe24c440-f450-4c95-a279-bfefc44647dd" providerId="ADAL" clId="{FF1C9543-8BE0-486F-90B2-D638F10DF29F}" dt="2025-05-25T11:13:55.586" v="73" actId="26606"/>
          <ac:spMkLst>
            <pc:docMk/>
            <pc:sldMk cId="2211639162" sldId="266"/>
            <ac:spMk id="109" creationId="{2C46C4D6-C474-4E92-B52E-944C1118F7B6}"/>
          </ac:spMkLst>
        </pc:spChg>
        <pc:spChg chg="add del">
          <ac:chgData name="Zhengyi Duan" userId="fe24c440-f450-4c95-a279-bfefc44647dd" providerId="ADAL" clId="{FF1C9543-8BE0-486F-90B2-D638F10DF29F}" dt="2025-05-25T11:14:10.204" v="74" actId="26606"/>
          <ac:spMkLst>
            <pc:docMk/>
            <pc:sldMk cId="2211639162" sldId="266"/>
            <ac:spMk id="114" creationId="{12609869-9E80-471B-A487-A53288E0E791}"/>
          </ac:spMkLst>
        </pc:spChg>
        <pc:spChg chg="add del">
          <ac:chgData name="Zhengyi Duan" userId="fe24c440-f450-4c95-a279-bfefc44647dd" providerId="ADAL" clId="{FF1C9543-8BE0-486F-90B2-D638F10DF29F}" dt="2025-05-25T11:14:10.204" v="74" actId="26606"/>
          <ac:spMkLst>
            <pc:docMk/>
            <pc:sldMk cId="2211639162" sldId="266"/>
            <ac:spMk id="116" creationId="{7004738A-9D34-43E8-97D2-CA0EED4F8BE0}"/>
          </ac:spMkLst>
        </pc:spChg>
        <pc:spChg chg="add del">
          <ac:chgData name="Zhengyi Duan" userId="fe24c440-f450-4c95-a279-bfefc44647dd" providerId="ADAL" clId="{FF1C9543-8BE0-486F-90B2-D638F10DF29F}" dt="2025-05-25T11:14:10.204" v="74" actId="26606"/>
          <ac:spMkLst>
            <pc:docMk/>
            <pc:sldMk cId="2211639162" sldId="266"/>
            <ac:spMk id="118" creationId="{B8B8D07F-F13E-443E-BA68-2D26672D76B9}"/>
          </ac:spMkLst>
        </pc:spChg>
        <pc:spChg chg="add del">
          <ac:chgData name="Zhengyi Duan" userId="fe24c440-f450-4c95-a279-bfefc44647dd" providerId="ADAL" clId="{FF1C9543-8BE0-486F-90B2-D638F10DF29F}" dt="2025-05-25T11:14:10.204" v="74" actId="26606"/>
          <ac:spMkLst>
            <pc:docMk/>
            <pc:sldMk cId="2211639162" sldId="266"/>
            <ac:spMk id="120" creationId="{2813A4FA-24A5-41ED-A534-3807D1B2F344}"/>
          </ac:spMkLst>
        </pc:spChg>
        <pc:spChg chg="add del">
          <ac:chgData name="Zhengyi Duan" userId="fe24c440-f450-4c95-a279-bfefc44647dd" providerId="ADAL" clId="{FF1C9543-8BE0-486F-90B2-D638F10DF29F}" dt="2025-05-25T11:14:10.204" v="74" actId="26606"/>
          <ac:spMkLst>
            <pc:docMk/>
            <pc:sldMk cId="2211639162" sldId="266"/>
            <ac:spMk id="122" creationId="{C3944F27-CA70-4E84-A51A-E6BF89558979}"/>
          </ac:spMkLst>
        </pc:spChg>
        <pc:spChg chg="add">
          <ac:chgData name="Zhengyi Duan" userId="fe24c440-f450-4c95-a279-bfefc44647dd" providerId="ADAL" clId="{FF1C9543-8BE0-486F-90B2-D638F10DF29F}" dt="2025-05-25T11:14:10.204" v="74" actId="26606"/>
          <ac:spMkLst>
            <pc:docMk/>
            <pc:sldMk cId="2211639162" sldId="266"/>
            <ac:spMk id="127" creationId="{2C61293E-6EBE-43EF-A52C-9BEBFD7679D4}"/>
          </ac:spMkLst>
        </pc:spChg>
        <pc:spChg chg="add">
          <ac:chgData name="Zhengyi Duan" userId="fe24c440-f450-4c95-a279-bfefc44647dd" providerId="ADAL" clId="{FF1C9543-8BE0-486F-90B2-D638F10DF29F}" dt="2025-05-25T11:14:10.204" v="74" actId="26606"/>
          <ac:spMkLst>
            <pc:docMk/>
            <pc:sldMk cId="2211639162" sldId="266"/>
            <ac:spMk id="129" creationId="{21540236-BFD5-4A9D-8840-4703E7F76825}"/>
          </ac:spMkLst>
        </pc:spChg>
        <pc:picChg chg="add del mod">
          <ac:chgData name="Zhengyi Duan" userId="fe24c440-f450-4c95-a279-bfefc44647dd" providerId="ADAL" clId="{FF1C9543-8BE0-486F-90B2-D638F10DF29F}" dt="2025-05-25T11:12:47.137" v="61" actId="478"/>
          <ac:picMkLst>
            <pc:docMk/>
            <pc:sldMk cId="2211639162" sldId="266"/>
            <ac:picMk id="5" creationId="{27332AEA-D757-3F98-3A81-CFBE7F2CE19F}"/>
          </ac:picMkLst>
        </pc:picChg>
        <pc:picChg chg="del">
          <ac:chgData name="Zhengyi Duan" userId="fe24c440-f450-4c95-a279-bfefc44647dd" providerId="ADAL" clId="{FF1C9543-8BE0-486F-90B2-D638F10DF29F}" dt="2025-05-25T11:12:29.633" v="58" actId="478"/>
          <ac:picMkLst>
            <pc:docMk/>
            <pc:sldMk cId="2211639162" sldId="266"/>
            <ac:picMk id="6" creationId="{C1A22B07-D45E-83F7-5050-41516DA1BD3D}"/>
          </ac:picMkLst>
        </pc:picChg>
        <pc:picChg chg="add mod">
          <ac:chgData name="Zhengyi Duan" userId="fe24c440-f450-4c95-a279-bfefc44647dd" providerId="ADAL" clId="{FF1C9543-8BE0-486F-90B2-D638F10DF29F}" dt="2025-05-25T11:14:10.204" v="74" actId="26606"/>
          <ac:picMkLst>
            <pc:docMk/>
            <pc:sldMk cId="2211639162" sldId="266"/>
            <ac:picMk id="8" creationId="{BA16E22E-ED00-0E29-0086-B96338875BD1}"/>
          </ac:picMkLst>
        </pc:picChg>
      </pc:sldChg>
      <pc:sldChg chg="addSp delSp modSp add mod delDesignElem chgLayout">
        <pc:chgData name="Zhengyi Duan" userId="fe24c440-f450-4c95-a279-bfefc44647dd" providerId="ADAL" clId="{FF1C9543-8BE0-486F-90B2-D638F10DF29F}" dt="2025-05-25T12:24:51.917" v="507" actId="26606"/>
        <pc:sldMkLst>
          <pc:docMk/>
          <pc:sldMk cId="2796295504" sldId="267"/>
        </pc:sldMkLst>
        <pc:spChg chg="mod ord">
          <ac:chgData name="Zhengyi Duan" userId="fe24c440-f450-4c95-a279-bfefc44647dd" providerId="ADAL" clId="{FF1C9543-8BE0-486F-90B2-D638F10DF29F}" dt="2025-05-25T12:24:51.917" v="507" actId="26606"/>
          <ac:spMkLst>
            <pc:docMk/>
            <pc:sldMk cId="2796295504" sldId="267"/>
            <ac:spMk id="2" creationId="{4B1E8588-8028-F976-ABF7-045674C72F1E}"/>
          </ac:spMkLst>
        </pc:spChg>
        <pc:spChg chg="add del mod ord">
          <ac:chgData name="Zhengyi Duan" userId="fe24c440-f450-4c95-a279-bfefc44647dd" providerId="ADAL" clId="{FF1C9543-8BE0-486F-90B2-D638F10DF29F}" dt="2025-05-25T12:24:51.917" v="507" actId="26606"/>
          <ac:spMkLst>
            <pc:docMk/>
            <pc:sldMk cId="2796295504" sldId="267"/>
            <ac:spMk id="3" creationId="{97D709F1-DAD1-4786-1A03-A3D5538AF218}"/>
          </ac:spMkLst>
        </pc:spChg>
        <pc:spChg chg="add">
          <ac:chgData name="Zhengyi Duan" userId="fe24c440-f450-4c95-a279-bfefc44647dd" providerId="ADAL" clId="{FF1C9543-8BE0-486F-90B2-D638F10DF29F}" dt="2025-05-25T12:24:51.917" v="507" actId="26606"/>
          <ac:spMkLst>
            <pc:docMk/>
            <pc:sldMk cId="2796295504" sldId="267"/>
            <ac:spMk id="9" creationId="{777A147A-9ED8-46B4-8660-1B3C2AA880B5}"/>
          </ac:spMkLst>
        </pc:spChg>
        <pc:spChg chg="add">
          <ac:chgData name="Zhengyi Duan" userId="fe24c440-f450-4c95-a279-bfefc44647dd" providerId="ADAL" clId="{FF1C9543-8BE0-486F-90B2-D638F10DF29F}" dt="2025-05-25T12:24:51.917" v="507" actId="26606"/>
          <ac:spMkLst>
            <pc:docMk/>
            <pc:sldMk cId="2796295504" sldId="267"/>
            <ac:spMk id="11" creationId="{5D6C15A0-C087-4593-8414-2B4EC1CDC3DE}"/>
          </ac:spMkLst>
        </pc:spChg>
        <pc:spChg chg="add del mod">
          <ac:chgData name="Zhengyi Duan" userId="fe24c440-f450-4c95-a279-bfefc44647dd" providerId="ADAL" clId="{FF1C9543-8BE0-486F-90B2-D638F10DF29F}" dt="2025-05-25T12:23:27.282" v="496" actId="21"/>
          <ac:spMkLst>
            <pc:docMk/>
            <pc:sldMk cId="2796295504" sldId="267"/>
            <ac:spMk id="13" creationId="{E0ED7764-DFA6-D08F-9FED-7000A8FE515A}"/>
          </ac:spMkLst>
        </pc:spChg>
        <pc:spChg chg="add mod">
          <ac:chgData name="Zhengyi Duan" userId="fe24c440-f450-4c95-a279-bfefc44647dd" providerId="ADAL" clId="{FF1C9543-8BE0-486F-90B2-D638F10DF29F}" dt="2025-05-25T11:38:23.527" v="159" actId="767"/>
          <ac:spMkLst>
            <pc:docMk/>
            <pc:sldMk cId="2796295504" sldId="267"/>
            <ac:spMk id="16" creationId="{C266A6A4-BD93-64E3-80D6-C1F3B5CA87F6}"/>
          </ac:spMkLst>
        </pc:spChg>
        <pc:spChg chg="add del mod">
          <ac:chgData name="Zhengyi Duan" userId="fe24c440-f450-4c95-a279-bfefc44647dd" providerId="ADAL" clId="{FF1C9543-8BE0-486F-90B2-D638F10DF29F}" dt="2025-05-25T12:23:27.282" v="496" actId="21"/>
          <ac:spMkLst>
            <pc:docMk/>
            <pc:sldMk cId="2796295504" sldId="267"/>
            <ac:spMk id="17" creationId="{B7C1BA3A-5D8A-D320-F4A1-5E7CEB66A601}"/>
          </ac:spMkLst>
        </pc:spChg>
        <pc:spChg chg="add del mod">
          <ac:chgData name="Zhengyi Duan" userId="fe24c440-f450-4c95-a279-bfefc44647dd" providerId="ADAL" clId="{FF1C9543-8BE0-486F-90B2-D638F10DF29F}" dt="2025-05-25T12:23:44.383" v="499" actId="21"/>
          <ac:spMkLst>
            <pc:docMk/>
            <pc:sldMk cId="2796295504" sldId="267"/>
            <ac:spMk id="18" creationId="{A7DD1FCF-6A0D-7AFE-BB8C-8133C7FB38F1}"/>
          </ac:spMkLst>
        </pc:spChg>
        <pc:spChg chg="add del mod">
          <ac:chgData name="Zhengyi Duan" userId="fe24c440-f450-4c95-a279-bfefc44647dd" providerId="ADAL" clId="{FF1C9543-8BE0-486F-90B2-D638F10DF29F}" dt="2025-05-25T11:41:39.194" v="191" actId="6264"/>
          <ac:spMkLst>
            <pc:docMk/>
            <pc:sldMk cId="2796295504" sldId="267"/>
            <ac:spMk id="19" creationId="{359C3A3C-9EC3-F575-D7D0-051D63B508CC}"/>
          </ac:spMkLst>
        </pc:spChg>
        <pc:spChg chg="add del mod">
          <ac:chgData name="Zhengyi Duan" userId="fe24c440-f450-4c95-a279-bfefc44647dd" providerId="ADAL" clId="{FF1C9543-8BE0-486F-90B2-D638F10DF29F}" dt="2025-05-25T11:41:39.194" v="191" actId="6264"/>
          <ac:spMkLst>
            <pc:docMk/>
            <pc:sldMk cId="2796295504" sldId="267"/>
            <ac:spMk id="20" creationId="{ED0E478F-319D-7276-3E43-47A0514FC1D2}"/>
          </ac:spMkLst>
        </pc:spChg>
        <pc:spChg chg="add del">
          <ac:chgData name="Zhengyi Duan" userId="fe24c440-f450-4c95-a279-bfefc44647dd" providerId="ADAL" clId="{FF1C9543-8BE0-486F-90B2-D638F10DF29F}" dt="2025-05-25T11:34:51.611" v="114" actId="26606"/>
          <ac:spMkLst>
            <pc:docMk/>
            <pc:sldMk cId="2796295504" sldId="267"/>
            <ac:spMk id="127" creationId="{C368E3B6-137F-2F23-E40D-5B0DDD6FB182}"/>
          </ac:spMkLst>
        </pc:spChg>
        <pc:spChg chg="add del">
          <ac:chgData name="Zhengyi Duan" userId="fe24c440-f450-4c95-a279-bfefc44647dd" providerId="ADAL" clId="{FF1C9543-8BE0-486F-90B2-D638F10DF29F}" dt="2025-05-25T11:34:51.611" v="114" actId="26606"/>
          <ac:spMkLst>
            <pc:docMk/>
            <pc:sldMk cId="2796295504" sldId="267"/>
            <ac:spMk id="129" creationId="{0806C560-1503-0161-DEDA-1E060969806D}"/>
          </ac:spMkLst>
        </pc:spChg>
        <pc:spChg chg="add del">
          <ac:chgData name="Zhengyi Duan" userId="fe24c440-f450-4c95-a279-bfefc44647dd" providerId="ADAL" clId="{FF1C9543-8BE0-486F-90B2-D638F10DF29F}" dt="2025-05-25T11:34:51.605" v="113" actId="26606"/>
          <ac:spMkLst>
            <pc:docMk/>
            <pc:sldMk cId="2796295504" sldId="267"/>
            <ac:spMk id="134" creationId="{C3896A03-3945-419A-B66B-4EE266EDD152}"/>
          </ac:spMkLst>
        </pc:spChg>
        <pc:spChg chg="add del">
          <ac:chgData name="Zhengyi Duan" userId="fe24c440-f450-4c95-a279-bfefc44647dd" providerId="ADAL" clId="{FF1C9543-8BE0-486F-90B2-D638F10DF29F}" dt="2025-05-25T11:34:51.605" v="113" actId="26606"/>
          <ac:spMkLst>
            <pc:docMk/>
            <pc:sldMk cId="2796295504" sldId="267"/>
            <ac:spMk id="136" creationId="{B34F5AD2-EDBD-4BBD-A55C-EAFFD0C7097A}"/>
          </ac:spMkLst>
        </pc:spChg>
        <pc:spChg chg="add del">
          <ac:chgData name="Zhengyi Duan" userId="fe24c440-f450-4c95-a279-bfefc44647dd" providerId="ADAL" clId="{FF1C9543-8BE0-486F-90B2-D638F10DF29F}" dt="2025-05-25T11:34:51.605" v="113" actId="26606"/>
          <ac:spMkLst>
            <pc:docMk/>
            <pc:sldMk cId="2796295504" sldId="267"/>
            <ac:spMk id="138" creationId="{450D3AD2-FA80-415F-A9CE-54D884561CD7}"/>
          </ac:spMkLst>
        </pc:spChg>
        <pc:spChg chg="add del">
          <ac:chgData name="Zhengyi Duan" userId="fe24c440-f450-4c95-a279-bfefc44647dd" providerId="ADAL" clId="{FF1C9543-8BE0-486F-90B2-D638F10DF29F}" dt="2025-05-25T11:41:39.194" v="191" actId="6264"/>
          <ac:spMkLst>
            <pc:docMk/>
            <pc:sldMk cId="2796295504" sldId="267"/>
            <ac:spMk id="140" creationId="{53B475F8-50AE-46A0-9943-B2B63183D50C}"/>
          </ac:spMkLst>
        </pc:spChg>
        <pc:spChg chg="add del">
          <ac:chgData name="Zhengyi Duan" userId="fe24c440-f450-4c95-a279-bfefc44647dd" providerId="ADAL" clId="{FF1C9543-8BE0-486F-90B2-D638F10DF29F}" dt="2025-05-25T11:41:39.194" v="191" actId="6264"/>
          <ac:spMkLst>
            <pc:docMk/>
            <pc:sldMk cId="2796295504" sldId="267"/>
            <ac:spMk id="141" creationId="{75F6FDB4-2351-48C2-A863-2364A02343C0}"/>
          </ac:spMkLst>
        </pc:spChg>
        <pc:graphicFrameChg chg="add del">
          <ac:chgData name="Zhengyi Duan" userId="fe24c440-f450-4c95-a279-bfefc44647dd" providerId="ADAL" clId="{FF1C9543-8BE0-486F-90B2-D638F10DF29F}" dt="2025-05-25T12:24:31.279" v="504" actId="26606"/>
          <ac:graphicFrameMkLst>
            <pc:docMk/>
            <pc:sldMk cId="2796295504" sldId="267"/>
            <ac:graphicFrameMk id="6" creationId="{ACFCB3BA-2BF3-A35C-0E8A-64F028CA7D16}"/>
          </ac:graphicFrameMkLst>
        </pc:graphicFrameChg>
        <pc:picChg chg="add del mod">
          <ac:chgData name="Zhengyi Duan" userId="fe24c440-f450-4c95-a279-bfefc44647dd" providerId="ADAL" clId="{FF1C9543-8BE0-486F-90B2-D638F10DF29F}" dt="2025-05-25T12:23:27.282" v="496" actId="21"/>
          <ac:picMkLst>
            <pc:docMk/>
            <pc:sldMk cId="2796295504" sldId="267"/>
            <ac:picMk id="5" creationId="{94FF3F25-9BBD-22D5-3D67-0CE3150F3C65}"/>
          </ac:picMkLst>
        </pc:picChg>
        <pc:picChg chg="add del mod ord">
          <ac:chgData name="Zhengyi Duan" userId="fe24c440-f450-4c95-a279-bfefc44647dd" providerId="ADAL" clId="{FF1C9543-8BE0-486F-90B2-D638F10DF29F}" dt="2025-05-25T12:23:27.282" v="496" actId="21"/>
          <ac:picMkLst>
            <pc:docMk/>
            <pc:sldMk cId="2796295504" sldId="267"/>
            <ac:picMk id="7" creationId="{54304ADD-993F-2FD3-8165-980BFA3EDE1F}"/>
          </ac:picMkLst>
        </pc:picChg>
        <pc:picChg chg="del">
          <ac:chgData name="Zhengyi Duan" userId="fe24c440-f450-4c95-a279-bfefc44647dd" providerId="ADAL" clId="{FF1C9543-8BE0-486F-90B2-D638F10DF29F}" dt="2025-05-25T11:16:20.507" v="86" actId="478"/>
          <ac:picMkLst>
            <pc:docMk/>
            <pc:sldMk cId="2796295504" sldId="267"/>
            <ac:picMk id="8" creationId="{2DBF5CF7-8202-7E3E-C990-AB37D89ED956}"/>
          </ac:picMkLst>
        </pc:picChg>
        <pc:picChg chg="add del mod">
          <ac:chgData name="Zhengyi Duan" userId="fe24c440-f450-4c95-a279-bfefc44647dd" providerId="ADAL" clId="{FF1C9543-8BE0-486F-90B2-D638F10DF29F}" dt="2025-05-25T12:23:27.282" v="496" actId="21"/>
          <ac:picMkLst>
            <pc:docMk/>
            <pc:sldMk cId="2796295504" sldId="267"/>
            <ac:picMk id="10" creationId="{42D4206D-6C2D-9ABD-6B19-84B846285646}"/>
          </ac:picMkLst>
        </pc:picChg>
        <pc:cxnChg chg="add del mod">
          <ac:chgData name="Zhengyi Duan" userId="fe24c440-f450-4c95-a279-bfefc44647dd" providerId="ADAL" clId="{FF1C9543-8BE0-486F-90B2-D638F10DF29F}" dt="2025-05-25T12:23:27.282" v="496" actId="21"/>
          <ac:cxnSpMkLst>
            <pc:docMk/>
            <pc:sldMk cId="2796295504" sldId="267"/>
            <ac:cxnSpMk id="12" creationId="{A4FB1DCA-535B-7F9C-B6CD-E1B9CB42A5FF}"/>
          </ac:cxnSpMkLst>
        </pc:cxnChg>
        <pc:cxnChg chg="add del mod">
          <ac:chgData name="Zhengyi Duan" userId="fe24c440-f450-4c95-a279-bfefc44647dd" providerId="ADAL" clId="{FF1C9543-8BE0-486F-90B2-D638F10DF29F}" dt="2025-05-25T12:23:27.282" v="496" actId="21"/>
          <ac:cxnSpMkLst>
            <pc:docMk/>
            <pc:sldMk cId="2796295504" sldId="267"/>
            <ac:cxnSpMk id="15" creationId="{BEA68076-96C2-D87E-156C-62C7203E72EE}"/>
          </ac:cxnSpMkLst>
        </pc:cxnChg>
      </pc:sldChg>
      <pc:sldChg chg="addSp delSp modSp add del mod ord">
        <pc:chgData name="Zhengyi Duan" userId="fe24c440-f450-4c95-a279-bfefc44647dd" providerId="ADAL" clId="{FF1C9543-8BE0-486F-90B2-D638F10DF29F}" dt="2025-05-25T12:26:45.488" v="532" actId="47"/>
        <pc:sldMkLst>
          <pc:docMk/>
          <pc:sldMk cId="2147550833" sldId="268"/>
        </pc:sldMkLst>
        <pc:spChg chg="del">
          <ac:chgData name="Zhengyi Duan" userId="fe24c440-f450-4c95-a279-bfefc44647dd" providerId="ADAL" clId="{FF1C9543-8BE0-486F-90B2-D638F10DF29F}" dt="2025-05-25T12:23:32.178" v="497" actId="478"/>
          <ac:spMkLst>
            <pc:docMk/>
            <pc:sldMk cId="2147550833" sldId="268"/>
            <ac:spMk id="2" creationId="{A5C020D3-D314-2C16-B08C-0AB837F8A8FE}"/>
          </ac:spMkLst>
        </pc:spChg>
        <pc:spChg chg="del mod">
          <ac:chgData name="Zhengyi Duan" userId="fe24c440-f450-4c95-a279-bfefc44647dd" providerId="ADAL" clId="{FF1C9543-8BE0-486F-90B2-D638F10DF29F}" dt="2025-05-25T12:23:32.178" v="497" actId="478"/>
          <ac:spMkLst>
            <pc:docMk/>
            <pc:sldMk cId="2147550833" sldId="268"/>
            <ac:spMk id="3" creationId="{FF14B504-7CB7-F082-DF95-20C681F3E7E8}"/>
          </ac:spMkLst>
        </pc:spChg>
        <pc:spChg chg="add del mod">
          <ac:chgData name="Zhengyi Duan" userId="fe24c440-f450-4c95-a279-bfefc44647dd" providerId="ADAL" clId="{FF1C9543-8BE0-486F-90B2-D638F10DF29F}" dt="2025-05-25T12:25:56.519" v="523" actId="478"/>
          <ac:spMkLst>
            <pc:docMk/>
            <pc:sldMk cId="2147550833" sldId="268"/>
            <ac:spMk id="5" creationId="{4B0C7394-D071-3E54-65B9-1E6DBDDAD922}"/>
          </ac:spMkLst>
        </pc:spChg>
        <pc:spChg chg="add del mod">
          <ac:chgData name="Zhengyi Duan" userId="fe24c440-f450-4c95-a279-bfefc44647dd" providerId="ADAL" clId="{FF1C9543-8BE0-486F-90B2-D638F10DF29F}" dt="2025-05-25T12:25:57.778" v="524" actId="478"/>
          <ac:spMkLst>
            <pc:docMk/>
            <pc:sldMk cId="2147550833" sldId="268"/>
            <ac:spMk id="7" creationId="{3389360D-93BF-42E5-B4D2-D525D7B320B2}"/>
          </ac:spMkLst>
        </pc:spChg>
        <pc:spChg chg="add del mod">
          <ac:chgData name="Zhengyi Duan" userId="fe24c440-f450-4c95-a279-bfefc44647dd" providerId="ADAL" clId="{FF1C9543-8BE0-486F-90B2-D638F10DF29F}" dt="2025-05-25T12:26:33.608" v="530" actId="21"/>
          <ac:spMkLst>
            <pc:docMk/>
            <pc:sldMk cId="2147550833" sldId="268"/>
            <ac:spMk id="13" creationId="{E0ED7764-DFA6-D08F-9FED-7000A8FE515A}"/>
          </ac:spMkLst>
        </pc:spChg>
        <pc:spChg chg="add del mod">
          <ac:chgData name="Zhengyi Duan" userId="fe24c440-f450-4c95-a279-bfefc44647dd" providerId="ADAL" clId="{FF1C9543-8BE0-486F-90B2-D638F10DF29F}" dt="2025-05-25T12:26:33.608" v="530" actId="21"/>
          <ac:spMkLst>
            <pc:docMk/>
            <pc:sldMk cId="2147550833" sldId="268"/>
            <ac:spMk id="14" creationId="{333C14E9-53EA-2584-E5E6-9D10ECCE6CC3}"/>
          </ac:spMkLst>
        </pc:spChg>
        <pc:spChg chg="add del mod">
          <ac:chgData name="Zhengyi Duan" userId="fe24c440-f450-4c95-a279-bfefc44647dd" providerId="ADAL" clId="{FF1C9543-8BE0-486F-90B2-D638F10DF29F}" dt="2025-05-25T12:26:33.608" v="530" actId="21"/>
          <ac:spMkLst>
            <pc:docMk/>
            <pc:sldMk cId="2147550833" sldId="268"/>
            <ac:spMk id="17" creationId="{B7C1BA3A-5D8A-D320-F4A1-5E7CEB66A601}"/>
          </ac:spMkLst>
        </pc:spChg>
        <pc:spChg chg="add mod">
          <ac:chgData name="Zhengyi Duan" userId="fe24c440-f450-4c95-a279-bfefc44647dd" providerId="ADAL" clId="{FF1C9543-8BE0-486F-90B2-D638F10DF29F}" dt="2025-05-25T12:23:49.653" v="501"/>
          <ac:spMkLst>
            <pc:docMk/>
            <pc:sldMk cId="2147550833" sldId="268"/>
            <ac:spMk id="18" creationId="{A7DD1FCF-6A0D-7AFE-BB8C-8133C7FB38F1}"/>
          </ac:spMkLst>
        </pc:spChg>
        <pc:spChg chg="del">
          <ac:chgData name="Zhengyi Duan" userId="fe24c440-f450-4c95-a279-bfefc44647dd" providerId="ADAL" clId="{FF1C9543-8BE0-486F-90B2-D638F10DF29F}" dt="2025-05-25T12:23:32.178" v="497" actId="478"/>
          <ac:spMkLst>
            <pc:docMk/>
            <pc:sldMk cId="2147550833" sldId="268"/>
            <ac:spMk id="127" creationId="{6F55A873-3220-5423-4C81-6345CCFC2E0B}"/>
          </ac:spMkLst>
        </pc:spChg>
        <pc:spChg chg="del">
          <ac:chgData name="Zhengyi Duan" userId="fe24c440-f450-4c95-a279-bfefc44647dd" providerId="ADAL" clId="{FF1C9543-8BE0-486F-90B2-D638F10DF29F}" dt="2025-05-25T12:23:32.178" v="497" actId="478"/>
          <ac:spMkLst>
            <pc:docMk/>
            <pc:sldMk cId="2147550833" sldId="268"/>
            <ac:spMk id="129" creationId="{BC19915B-46D0-2079-50D0-462B4CCFBC8D}"/>
          </ac:spMkLst>
        </pc:spChg>
        <pc:picChg chg="del">
          <ac:chgData name="Zhengyi Duan" userId="fe24c440-f450-4c95-a279-bfefc44647dd" providerId="ADAL" clId="{FF1C9543-8BE0-486F-90B2-D638F10DF29F}" dt="2025-05-25T11:48:01.586" v="296" actId="478"/>
          <ac:picMkLst>
            <pc:docMk/>
            <pc:sldMk cId="2147550833" sldId="268"/>
            <ac:picMk id="8" creationId="{69A265F1-1166-5B4E-6EC7-B503EDA30CD3}"/>
          </ac:picMkLst>
        </pc:picChg>
        <pc:picChg chg="add del mod">
          <ac:chgData name="Zhengyi Duan" userId="fe24c440-f450-4c95-a279-bfefc44647dd" providerId="ADAL" clId="{FF1C9543-8BE0-486F-90B2-D638F10DF29F}" dt="2025-05-25T12:26:33.608" v="530" actId="21"/>
          <ac:picMkLst>
            <pc:docMk/>
            <pc:sldMk cId="2147550833" sldId="268"/>
            <ac:picMk id="9" creationId="{54304ADD-993F-2FD3-8165-980BFA3EDE1F}"/>
          </ac:picMkLst>
        </pc:picChg>
        <pc:picChg chg="add del mod">
          <ac:chgData name="Zhengyi Duan" userId="fe24c440-f450-4c95-a279-bfefc44647dd" providerId="ADAL" clId="{FF1C9543-8BE0-486F-90B2-D638F10DF29F}" dt="2025-05-25T12:26:33.608" v="530" actId="21"/>
          <ac:picMkLst>
            <pc:docMk/>
            <pc:sldMk cId="2147550833" sldId="268"/>
            <ac:picMk id="10" creationId="{94FF3F25-9BBD-22D5-3D67-0CE3150F3C65}"/>
          </ac:picMkLst>
        </pc:picChg>
        <pc:picChg chg="add del mod">
          <ac:chgData name="Zhengyi Duan" userId="fe24c440-f450-4c95-a279-bfefc44647dd" providerId="ADAL" clId="{FF1C9543-8BE0-486F-90B2-D638F10DF29F}" dt="2025-05-25T12:26:33.608" v="530" actId="21"/>
          <ac:picMkLst>
            <pc:docMk/>
            <pc:sldMk cId="2147550833" sldId="268"/>
            <ac:picMk id="11" creationId="{42D4206D-6C2D-9ABD-6B19-84B846285646}"/>
          </ac:picMkLst>
        </pc:picChg>
        <pc:cxnChg chg="add del mod">
          <ac:chgData name="Zhengyi Duan" userId="fe24c440-f450-4c95-a279-bfefc44647dd" providerId="ADAL" clId="{FF1C9543-8BE0-486F-90B2-D638F10DF29F}" dt="2025-05-25T12:26:33.608" v="530" actId="21"/>
          <ac:cxnSpMkLst>
            <pc:docMk/>
            <pc:sldMk cId="2147550833" sldId="268"/>
            <ac:cxnSpMk id="12" creationId="{A4FB1DCA-535B-7F9C-B6CD-E1B9CB42A5FF}"/>
          </ac:cxnSpMkLst>
        </pc:cxnChg>
        <pc:cxnChg chg="add del mod">
          <ac:chgData name="Zhengyi Duan" userId="fe24c440-f450-4c95-a279-bfefc44647dd" providerId="ADAL" clId="{FF1C9543-8BE0-486F-90B2-D638F10DF29F}" dt="2025-05-25T12:26:33.608" v="530" actId="21"/>
          <ac:cxnSpMkLst>
            <pc:docMk/>
            <pc:sldMk cId="2147550833" sldId="268"/>
            <ac:cxnSpMk id="15" creationId="{BEA68076-96C2-D87E-156C-62C7203E72EE}"/>
          </ac:cxnSpMkLst>
        </pc:cxnChg>
      </pc:sldChg>
      <pc:sldChg chg="addSp delSp modSp new mod setBg">
        <pc:chgData name="Zhengyi Duan" userId="fe24c440-f450-4c95-a279-bfefc44647dd" providerId="ADAL" clId="{FF1C9543-8BE0-486F-90B2-D638F10DF29F}" dt="2025-05-25T12:37:49.003" v="644" actId="20577"/>
        <pc:sldMkLst>
          <pc:docMk/>
          <pc:sldMk cId="2033664257" sldId="269"/>
        </pc:sldMkLst>
        <pc:spChg chg="del">
          <ac:chgData name="Zhengyi Duan" userId="fe24c440-f450-4c95-a279-bfefc44647dd" providerId="ADAL" clId="{FF1C9543-8BE0-486F-90B2-D638F10DF29F}" dt="2025-05-25T12:05:43.579" v="381" actId="478"/>
          <ac:spMkLst>
            <pc:docMk/>
            <pc:sldMk cId="2033664257" sldId="269"/>
            <ac:spMk id="2" creationId="{5B6304A6-F754-1493-DDC4-5B6C1659D4BB}"/>
          </ac:spMkLst>
        </pc:spChg>
        <pc:spChg chg="mod ord">
          <ac:chgData name="Zhengyi Duan" userId="fe24c440-f450-4c95-a279-bfefc44647dd" providerId="ADAL" clId="{FF1C9543-8BE0-486F-90B2-D638F10DF29F}" dt="2025-05-25T12:31:14.041" v="563" actId="1076"/>
          <ac:spMkLst>
            <pc:docMk/>
            <pc:sldMk cId="2033664257" sldId="269"/>
            <ac:spMk id="3" creationId="{7F9D3DB7-CF2C-B6AF-DBF5-5B30F9B66291}"/>
          </ac:spMkLst>
        </pc:spChg>
        <pc:spChg chg="add mod">
          <ac:chgData name="Zhengyi Duan" userId="fe24c440-f450-4c95-a279-bfefc44647dd" providerId="ADAL" clId="{FF1C9543-8BE0-486F-90B2-D638F10DF29F}" dt="2025-05-25T12:31:18.571" v="564" actId="1076"/>
          <ac:spMkLst>
            <pc:docMk/>
            <pc:sldMk cId="2033664257" sldId="269"/>
            <ac:spMk id="4" creationId="{9571129A-6332-FEEB-57C3-71DA01EC20CC}"/>
          </ac:spMkLst>
        </pc:spChg>
        <pc:spChg chg="add mod">
          <ac:chgData name="Zhengyi Duan" userId="fe24c440-f450-4c95-a279-bfefc44647dd" providerId="ADAL" clId="{FF1C9543-8BE0-486F-90B2-D638F10DF29F}" dt="2025-05-25T12:31:22.548" v="565" actId="1076"/>
          <ac:spMkLst>
            <pc:docMk/>
            <pc:sldMk cId="2033664257" sldId="269"/>
            <ac:spMk id="6" creationId="{2F9115F9-B51E-0FDA-9479-6231733AE9B5}"/>
          </ac:spMkLst>
        </pc:spChg>
        <pc:spChg chg="add del">
          <ac:chgData name="Zhengyi Duan" userId="fe24c440-f450-4c95-a279-bfefc44647dd" providerId="ADAL" clId="{FF1C9543-8BE0-486F-90B2-D638F10DF29F}" dt="2025-05-25T12:30:57.626" v="561" actId="478"/>
          <ac:spMkLst>
            <pc:docMk/>
            <pc:sldMk cId="2033664257" sldId="269"/>
            <ac:spMk id="7" creationId="{6A8B868E-16C2-F307-6268-F3D69BBD2559}"/>
          </ac:spMkLst>
        </pc:spChg>
        <pc:spChg chg="add mod">
          <ac:chgData name="Zhengyi Duan" userId="fe24c440-f450-4c95-a279-bfefc44647dd" providerId="ADAL" clId="{FF1C9543-8BE0-486F-90B2-D638F10DF29F}" dt="2025-05-25T12:31:56.008" v="568" actId="13822"/>
          <ac:spMkLst>
            <pc:docMk/>
            <pc:sldMk cId="2033664257" sldId="269"/>
            <ac:spMk id="8" creationId="{5F52B2E8-8A2F-B4C2-C871-189A78077817}"/>
          </ac:spMkLst>
        </pc:spChg>
        <pc:spChg chg="add mod">
          <ac:chgData name="Zhengyi Duan" userId="fe24c440-f450-4c95-a279-bfefc44647dd" providerId="ADAL" clId="{FF1C9543-8BE0-486F-90B2-D638F10DF29F}" dt="2025-05-25T12:32:48.766" v="596" actId="1076"/>
          <ac:spMkLst>
            <pc:docMk/>
            <pc:sldMk cId="2033664257" sldId="269"/>
            <ac:spMk id="9" creationId="{F225B3A9-8D09-D2F5-363D-BB456086BC64}"/>
          </ac:spMkLst>
        </pc:spChg>
        <pc:spChg chg="add mod">
          <ac:chgData name="Zhengyi Duan" userId="fe24c440-f450-4c95-a279-bfefc44647dd" providerId="ADAL" clId="{FF1C9543-8BE0-486F-90B2-D638F10DF29F}" dt="2025-05-25T12:37:12.199" v="625" actId="20577"/>
          <ac:spMkLst>
            <pc:docMk/>
            <pc:sldMk cId="2033664257" sldId="269"/>
            <ac:spMk id="10" creationId="{B5D26C43-618E-7FF5-A4CA-27E3EDEAD855}"/>
          </ac:spMkLst>
        </pc:spChg>
        <pc:spChg chg="add mod">
          <ac:chgData name="Zhengyi Duan" userId="fe24c440-f450-4c95-a279-bfefc44647dd" providerId="ADAL" clId="{FF1C9543-8BE0-486F-90B2-D638F10DF29F}" dt="2025-05-25T12:37:11.319" v="623" actId="1076"/>
          <ac:spMkLst>
            <pc:docMk/>
            <pc:sldMk cId="2033664257" sldId="269"/>
            <ac:spMk id="11" creationId="{7C35D397-909C-B1DB-0E2C-C2CBEFBA70C5}"/>
          </ac:spMkLst>
        </pc:spChg>
        <pc:spChg chg="add mod">
          <ac:chgData name="Zhengyi Duan" userId="fe24c440-f450-4c95-a279-bfefc44647dd" providerId="ADAL" clId="{FF1C9543-8BE0-486F-90B2-D638F10DF29F}" dt="2025-05-25T12:37:10.048" v="620" actId="1076"/>
          <ac:spMkLst>
            <pc:docMk/>
            <pc:sldMk cId="2033664257" sldId="269"/>
            <ac:spMk id="12" creationId="{BF62E66E-6448-7AE6-9AD4-B99A6F76B91E}"/>
          </ac:spMkLst>
        </pc:spChg>
        <pc:spChg chg="add mod">
          <ac:chgData name="Zhengyi Duan" userId="fe24c440-f450-4c95-a279-bfefc44647dd" providerId="ADAL" clId="{FF1C9543-8BE0-486F-90B2-D638F10DF29F}" dt="2025-05-25T12:37:23.005" v="634"/>
          <ac:spMkLst>
            <pc:docMk/>
            <pc:sldMk cId="2033664257" sldId="269"/>
            <ac:spMk id="13" creationId="{54B86381-C937-392D-2C95-C37065F5296E}"/>
          </ac:spMkLst>
        </pc:spChg>
        <pc:spChg chg="add mod">
          <ac:chgData name="Zhengyi Duan" userId="fe24c440-f450-4c95-a279-bfefc44647dd" providerId="ADAL" clId="{FF1C9543-8BE0-486F-90B2-D638F10DF29F}" dt="2025-05-25T12:37:30.519" v="638" actId="20577"/>
          <ac:spMkLst>
            <pc:docMk/>
            <pc:sldMk cId="2033664257" sldId="269"/>
            <ac:spMk id="14" creationId="{6FCE10FF-3D69-0C0C-8AF9-3440FEBF76B8}"/>
          </ac:spMkLst>
        </pc:spChg>
        <pc:spChg chg="add mod">
          <ac:chgData name="Zhengyi Duan" userId="fe24c440-f450-4c95-a279-bfefc44647dd" providerId="ADAL" clId="{FF1C9543-8BE0-486F-90B2-D638F10DF29F}" dt="2025-05-25T12:37:49.003" v="644" actId="20577"/>
          <ac:spMkLst>
            <pc:docMk/>
            <pc:sldMk cId="2033664257" sldId="269"/>
            <ac:spMk id="15" creationId="{6F377995-D849-ABC9-A08E-350A838BA3ED}"/>
          </ac:spMkLst>
        </pc:spChg>
        <pc:spChg chg="add del">
          <ac:chgData name="Zhengyi Duan" userId="fe24c440-f450-4c95-a279-bfefc44647dd" providerId="ADAL" clId="{FF1C9543-8BE0-486F-90B2-D638F10DF29F}" dt="2025-05-25T12:13:05.533" v="470" actId="26606"/>
          <ac:spMkLst>
            <pc:docMk/>
            <pc:sldMk cId="2033664257" sldId="269"/>
            <ac:spMk id="2066" creationId="{B43B9CA2-4B31-4ACD-9A9F-B8E6C6420386}"/>
          </ac:spMkLst>
        </pc:spChg>
        <pc:spChg chg="add del">
          <ac:chgData name="Zhengyi Duan" userId="fe24c440-f450-4c95-a279-bfefc44647dd" providerId="ADAL" clId="{FF1C9543-8BE0-486F-90B2-D638F10DF29F}" dt="2025-05-25T12:13:05.533" v="470" actId="26606"/>
          <ac:spMkLst>
            <pc:docMk/>
            <pc:sldMk cId="2033664257" sldId="269"/>
            <ac:spMk id="2068" creationId="{33F94DB1-BC5D-454D-845C-7BA3A1F46999}"/>
          </ac:spMkLst>
        </pc:spChg>
        <pc:spChg chg="add del">
          <ac:chgData name="Zhengyi Duan" userId="fe24c440-f450-4c95-a279-bfefc44647dd" providerId="ADAL" clId="{FF1C9543-8BE0-486F-90B2-D638F10DF29F}" dt="2025-05-25T12:13:05.533" v="470" actId="26606"/>
          <ac:spMkLst>
            <pc:docMk/>
            <pc:sldMk cId="2033664257" sldId="269"/>
            <ac:spMk id="2070" creationId="{5676B86F-860B-4586-BCAA-C0650C09B7B9}"/>
          </ac:spMkLst>
        </pc:spChg>
        <pc:spChg chg="add del">
          <ac:chgData name="Zhengyi Duan" userId="fe24c440-f450-4c95-a279-bfefc44647dd" providerId="ADAL" clId="{FF1C9543-8BE0-486F-90B2-D638F10DF29F}" dt="2025-05-25T12:13:05.533" v="470" actId="26606"/>
          <ac:spMkLst>
            <pc:docMk/>
            <pc:sldMk cId="2033664257" sldId="269"/>
            <ac:spMk id="2072" creationId="{8C818ED5-2F56-4171-9445-3AA4F4462396}"/>
          </ac:spMkLst>
        </pc:spChg>
        <pc:spChg chg="add del">
          <ac:chgData name="Zhengyi Duan" userId="fe24c440-f450-4c95-a279-bfefc44647dd" providerId="ADAL" clId="{FF1C9543-8BE0-486F-90B2-D638F10DF29F}" dt="2025-05-25T12:13:05.533" v="470" actId="26606"/>
          <ac:spMkLst>
            <pc:docMk/>
            <pc:sldMk cId="2033664257" sldId="269"/>
            <ac:spMk id="2074" creationId="{DE74FCE8-866C-4AFA-B45C-FACE2A6094E4}"/>
          </ac:spMkLst>
        </pc:spChg>
        <pc:spChg chg="add del">
          <ac:chgData name="Zhengyi Duan" userId="fe24c440-f450-4c95-a279-bfefc44647dd" providerId="ADAL" clId="{FF1C9543-8BE0-486F-90B2-D638F10DF29F}" dt="2025-05-25T12:13:26.933" v="472" actId="26606"/>
          <ac:spMkLst>
            <pc:docMk/>
            <pc:sldMk cId="2033664257" sldId="269"/>
            <ac:spMk id="2079" creationId="{A016CB47-C4D4-4332-9ED0-DBB916252F76}"/>
          </ac:spMkLst>
        </pc:spChg>
        <pc:spChg chg="add del">
          <ac:chgData name="Zhengyi Duan" userId="fe24c440-f450-4c95-a279-bfefc44647dd" providerId="ADAL" clId="{FF1C9543-8BE0-486F-90B2-D638F10DF29F}" dt="2025-05-25T12:13:26.933" v="472" actId="26606"/>
          <ac:spMkLst>
            <pc:docMk/>
            <pc:sldMk cId="2033664257" sldId="269"/>
            <ac:spMk id="2081" creationId="{95C8260E-968F-44E8-A823-ABB431311926}"/>
          </ac:spMkLst>
        </pc:spChg>
        <pc:spChg chg="add del">
          <ac:chgData name="Zhengyi Duan" userId="fe24c440-f450-4c95-a279-bfefc44647dd" providerId="ADAL" clId="{FF1C9543-8BE0-486F-90B2-D638F10DF29F}" dt="2025-05-25T12:13:26.933" v="472" actId="26606"/>
          <ac:spMkLst>
            <pc:docMk/>
            <pc:sldMk cId="2033664257" sldId="269"/>
            <ac:spMk id="2083" creationId="{2C1BBA94-3F40-40AA-8BB9-E69E25E537C1}"/>
          </ac:spMkLst>
        </pc:spChg>
        <pc:spChg chg="add del">
          <ac:chgData name="Zhengyi Duan" userId="fe24c440-f450-4c95-a279-bfefc44647dd" providerId="ADAL" clId="{FF1C9543-8BE0-486F-90B2-D638F10DF29F}" dt="2025-05-25T12:13:26.933" v="472" actId="26606"/>
          <ac:spMkLst>
            <pc:docMk/>
            <pc:sldMk cId="2033664257" sldId="269"/>
            <ac:spMk id="2085" creationId="{FE43805F-24A6-46A4-B19B-54F28347355C}"/>
          </ac:spMkLst>
        </pc:spChg>
        <pc:spChg chg="add del">
          <ac:chgData name="Zhengyi Duan" userId="fe24c440-f450-4c95-a279-bfefc44647dd" providerId="ADAL" clId="{FF1C9543-8BE0-486F-90B2-D638F10DF29F}" dt="2025-05-25T12:19:38.225" v="479" actId="26606"/>
          <ac:spMkLst>
            <pc:docMk/>
            <pc:sldMk cId="2033664257" sldId="269"/>
            <ac:spMk id="2092" creationId="{B43B9CA2-4B31-4ACD-9A9F-B8E6C6420386}"/>
          </ac:spMkLst>
        </pc:spChg>
        <pc:spChg chg="add del">
          <ac:chgData name="Zhengyi Duan" userId="fe24c440-f450-4c95-a279-bfefc44647dd" providerId="ADAL" clId="{FF1C9543-8BE0-486F-90B2-D638F10DF29F}" dt="2025-05-25T12:19:38.225" v="479" actId="26606"/>
          <ac:spMkLst>
            <pc:docMk/>
            <pc:sldMk cId="2033664257" sldId="269"/>
            <ac:spMk id="2094" creationId="{33F94DB1-BC5D-454D-845C-7BA3A1F46999}"/>
          </ac:spMkLst>
        </pc:spChg>
        <pc:spChg chg="add del">
          <ac:chgData name="Zhengyi Duan" userId="fe24c440-f450-4c95-a279-bfefc44647dd" providerId="ADAL" clId="{FF1C9543-8BE0-486F-90B2-D638F10DF29F}" dt="2025-05-25T12:19:38.225" v="479" actId="26606"/>
          <ac:spMkLst>
            <pc:docMk/>
            <pc:sldMk cId="2033664257" sldId="269"/>
            <ac:spMk id="2096" creationId="{5676B86F-860B-4586-BCAA-C0650C09B7B9}"/>
          </ac:spMkLst>
        </pc:spChg>
        <pc:spChg chg="add del">
          <ac:chgData name="Zhengyi Duan" userId="fe24c440-f450-4c95-a279-bfefc44647dd" providerId="ADAL" clId="{FF1C9543-8BE0-486F-90B2-D638F10DF29F}" dt="2025-05-25T12:19:38.225" v="479" actId="26606"/>
          <ac:spMkLst>
            <pc:docMk/>
            <pc:sldMk cId="2033664257" sldId="269"/>
            <ac:spMk id="2098" creationId="{8C818ED5-2F56-4171-9445-3AA4F4462396}"/>
          </ac:spMkLst>
        </pc:spChg>
        <pc:spChg chg="add del">
          <ac:chgData name="Zhengyi Duan" userId="fe24c440-f450-4c95-a279-bfefc44647dd" providerId="ADAL" clId="{FF1C9543-8BE0-486F-90B2-D638F10DF29F}" dt="2025-05-25T12:19:38.225" v="479" actId="26606"/>
          <ac:spMkLst>
            <pc:docMk/>
            <pc:sldMk cId="2033664257" sldId="269"/>
            <ac:spMk id="2100" creationId="{DE74FCE8-866C-4AFA-B45C-FACE2A6094E4}"/>
          </ac:spMkLst>
        </pc:spChg>
        <pc:spChg chg="add del">
          <ac:chgData name="Zhengyi Duan" userId="fe24c440-f450-4c95-a279-bfefc44647dd" providerId="ADAL" clId="{FF1C9543-8BE0-486F-90B2-D638F10DF29F}" dt="2025-05-25T12:20:04.671" v="482" actId="26606"/>
          <ac:spMkLst>
            <pc:docMk/>
            <pc:sldMk cId="2033664257" sldId="269"/>
            <ac:spMk id="2102" creationId="{4DD35268-6FBE-0BCD-C050-3F804C7C54A2}"/>
          </ac:spMkLst>
        </pc:spChg>
        <pc:spChg chg="add">
          <ac:chgData name="Zhengyi Duan" userId="fe24c440-f450-4c95-a279-bfefc44647dd" providerId="ADAL" clId="{FF1C9543-8BE0-486F-90B2-D638F10DF29F}" dt="2025-05-25T12:20:04.671" v="482" actId="26606"/>
          <ac:spMkLst>
            <pc:docMk/>
            <pc:sldMk cId="2033664257" sldId="269"/>
            <ac:spMk id="2109" creationId="{5EBC18B6-E5C3-4AD1-97A4-E6A3477A0BB9}"/>
          </ac:spMkLst>
        </pc:spChg>
        <pc:spChg chg="add">
          <ac:chgData name="Zhengyi Duan" userId="fe24c440-f450-4c95-a279-bfefc44647dd" providerId="ADAL" clId="{FF1C9543-8BE0-486F-90B2-D638F10DF29F}" dt="2025-05-25T12:20:04.671" v="482" actId="26606"/>
          <ac:spMkLst>
            <pc:docMk/>
            <pc:sldMk cId="2033664257" sldId="269"/>
            <ac:spMk id="2111" creationId="{136A4AB6-B72B-4CC6-ADCF-BE807B6C3D71}"/>
          </ac:spMkLst>
        </pc:spChg>
        <pc:spChg chg="add">
          <ac:chgData name="Zhengyi Duan" userId="fe24c440-f450-4c95-a279-bfefc44647dd" providerId="ADAL" clId="{FF1C9543-8BE0-486F-90B2-D638F10DF29F}" dt="2025-05-25T12:20:04.671" v="482" actId="26606"/>
          <ac:spMkLst>
            <pc:docMk/>
            <pc:sldMk cId="2033664257" sldId="269"/>
            <ac:spMk id="2113" creationId="{B35D540D-9486-4236-952A-F72DC52D79BF}"/>
          </ac:spMkLst>
        </pc:spChg>
        <pc:grpChg chg="add del">
          <ac:chgData name="Zhengyi Duan" userId="fe24c440-f450-4c95-a279-bfefc44647dd" providerId="ADAL" clId="{FF1C9543-8BE0-486F-90B2-D638F10DF29F}" dt="2025-05-25T12:20:04.671" v="482" actId="26606"/>
          <ac:grpSpMkLst>
            <pc:docMk/>
            <pc:sldMk cId="2033664257" sldId="269"/>
            <ac:grpSpMk id="2103" creationId="{F3A0B02E-2A29-A1CD-0D60-A9E1681AF3C7}"/>
          </ac:grpSpMkLst>
        </pc:grpChg>
        <pc:picChg chg="add mod ord">
          <ac:chgData name="Zhengyi Duan" userId="fe24c440-f450-4c95-a279-bfefc44647dd" providerId="ADAL" clId="{FF1C9543-8BE0-486F-90B2-D638F10DF29F}" dt="2025-05-25T12:20:04.671" v="482" actId="26606"/>
          <ac:picMkLst>
            <pc:docMk/>
            <pc:sldMk cId="2033664257" sldId="269"/>
            <ac:picMk id="2050" creationId="{B0737B51-4F1D-0855-AB76-FAA864540B23}"/>
          </ac:picMkLst>
        </pc:picChg>
        <pc:picChg chg="add mod">
          <ac:chgData name="Zhengyi Duan" userId="fe24c440-f450-4c95-a279-bfefc44647dd" providerId="ADAL" clId="{FF1C9543-8BE0-486F-90B2-D638F10DF29F}" dt="2025-05-25T12:08:59.125" v="411" actId="1076"/>
          <ac:picMkLst>
            <pc:docMk/>
            <pc:sldMk cId="2033664257" sldId="269"/>
            <ac:picMk id="2052" creationId="{BC9C8AF7-D95E-F1A5-7C74-E9DDFCD5E664}"/>
          </ac:picMkLst>
        </pc:picChg>
        <pc:picChg chg="add del mod ord">
          <ac:chgData name="Zhengyi Duan" userId="fe24c440-f450-4c95-a279-bfefc44647dd" providerId="ADAL" clId="{FF1C9543-8BE0-486F-90B2-D638F10DF29F}" dt="2025-05-25T12:37:16.831" v="633" actId="478"/>
          <ac:picMkLst>
            <pc:docMk/>
            <pc:sldMk cId="2033664257" sldId="269"/>
            <ac:picMk id="2054" creationId="{5BDE07C0-98D9-3707-0C42-B234ED92FFCB}"/>
          </ac:picMkLst>
        </pc:picChg>
        <pc:picChg chg="add mod ord">
          <ac:chgData name="Zhengyi Duan" userId="fe24c440-f450-4c95-a279-bfefc44647dd" providerId="ADAL" clId="{FF1C9543-8BE0-486F-90B2-D638F10DF29F}" dt="2025-05-25T12:36:14.012" v="606" actId="166"/>
          <ac:picMkLst>
            <pc:docMk/>
            <pc:sldMk cId="2033664257" sldId="269"/>
            <ac:picMk id="2056" creationId="{33495B2D-C964-E00E-B8E8-EFB0D3A6DB38}"/>
          </ac:picMkLst>
        </pc:picChg>
        <pc:picChg chg="add mod">
          <ac:chgData name="Zhengyi Duan" userId="fe24c440-f450-4c95-a279-bfefc44647dd" providerId="ADAL" clId="{FF1C9543-8BE0-486F-90B2-D638F10DF29F}" dt="2025-05-25T12:37:15.728" v="632" actId="14100"/>
          <ac:picMkLst>
            <pc:docMk/>
            <pc:sldMk cId="2033664257" sldId="269"/>
            <ac:picMk id="2058" creationId="{15D65C1D-10A7-987E-6890-BF9ABE50A012}"/>
          </ac:picMkLst>
        </pc:picChg>
        <pc:picChg chg="add">
          <ac:chgData name="Zhengyi Duan" userId="fe24c440-f450-4c95-a279-bfefc44647dd" providerId="ADAL" clId="{FF1C9543-8BE0-486F-90B2-D638F10DF29F}" dt="2025-05-25T12:36:43.818" v="613"/>
          <ac:picMkLst>
            <pc:docMk/>
            <pc:sldMk cId="2033664257" sldId="269"/>
            <ac:picMk id="2060" creationId="{BE7632BD-A9BC-CA3F-5C06-82DEB82BD241}"/>
          </ac:picMkLst>
        </pc:picChg>
        <pc:cxnChg chg="add del">
          <ac:chgData name="Zhengyi Duan" userId="fe24c440-f450-4c95-a279-bfefc44647dd" providerId="ADAL" clId="{FF1C9543-8BE0-486F-90B2-D638F10DF29F}" dt="2025-05-25T12:19:38.235" v="480" actId="26606"/>
          <ac:cxnSpMkLst>
            <pc:docMk/>
            <pc:sldMk cId="2033664257" sldId="269"/>
            <ac:cxnSpMk id="2061" creationId="{1503BFE4-729B-D9D0-C17B-501E6AF1127A}"/>
          </ac:cxnSpMkLst>
        </pc:cxnChg>
        <pc:cxnChg chg="add del">
          <ac:chgData name="Zhengyi Duan" userId="fe24c440-f450-4c95-a279-bfefc44647dd" providerId="ADAL" clId="{FF1C9543-8BE0-486F-90B2-D638F10DF29F}" dt="2025-05-25T12:19:38.235" v="480" actId="26606"/>
          <ac:cxnSpMkLst>
            <pc:docMk/>
            <pc:sldMk cId="2033664257" sldId="269"/>
            <ac:cxnSpMk id="2087" creationId="{1503BFE4-729B-D9D0-C17B-501E6AF1127A}"/>
          </ac:cxnSpMkLst>
        </pc:cxnChg>
      </pc:sldChg>
      <pc:sldChg chg="addSp delSp modSp add mod">
        <pc:chgData name="Zhengyi Duan" userId="fe24c440-f450-4c95-a279-bfefc44647dd" providerId="ADAL" clId="{FF1C9543-8BE0-486F-90B2-D638F10DF29F}" dt="2025-05-25T12:28:51.114" v="559" actId="1076"/>
        <pc:sldMkLst>
          <pc:docMk/>
          <pc:sldMk cId="1317544048" sldId="270"/>
        </pc:sldMkLst>
        <pc:spChg chg="del">
          <ac:chgData name="Zhengyi Duan" userId="fe24c440-f450-4c95-a279-bfefc44647dd" providerId="ADAL" clId="{FF1C9543-8BE0-486F-90B2-D638F10DF29F}" dt="2025-05-25T12:26:17.118" v="526" actId="478"/>
          <ac:spMkLst>
            <pc:docMk/>
            <pc:sldMk cId="1317544048" sldId="270"/>
            <ac:spMk id="2" creationId="{D194884D-C428-4CA0-74C6-DBAC999D0D29}"/>
          </ac:spMkLst>
        </pc:spChg>
        <pc:spChg chg="del">
          <ac:chgData name="Zhengyi Duan" userId="fe24c440-f450-4c95-a279-bfefc44647dd" providerId="ADAL" clId="{FF1C9543-8BE0-486F-90B2-D638F10DF29F}" dt="2025-05-25T12:26:22.359" v="527" actId="478"/>
          <ac:spMkLst>
            <pc:docMk/>
            <pc:sldMk cId="1317544048" sldId="270"/>
            <ac:spMk id="3" creationId="{72A4FC2F-7608-4A94-B1AD-FD555227B056}"/>
          </ac:spMkLst>
        </pc:spChg>
        <pc:spChg chg="add del mod">
          <ac:chgData name="Zhengyi Duan" userId="fe24c440-f450-4c95-a279-bfefc44647dd" providerId="ADAL" clId="{FF1C9543-8BE0-486F-90B2-D638F10DF29F}" dt="2025-05-25T12:26:24.828" v="528" actId="478"/>
          <ac:spMkLst>
            <pc:docMk/>
            <pc:sldMk cId="1317544048" sldId="270"/>
            <ac:spMk id="5" creationId="{3A712464-1781-62AB-BE8C-C90956646952}"/>
          </ac:spMkLst>
        </pc:spChg>
        <pc:spChg chg="add del mod">
          <ac:chgData name="Zhengyi Duan" userId="fe24c440-f450-4c95-a279-bfefc44647dd" providerId="ADAL" clId="{FF1C9543-8BE0-486F-90B2-D638F10DF29F}" dt="2025-05-25T12:26:25.754" v="529" actId="478"/>
          <ac:spMkLst>
            <pc:docMk/>
            <pc:sldMk cId="1317544048" sldId="270"/>
            <ac:spMk id="7" creationId="{E3B8C6AD-AE79-3368-295F-AD9CF92A19E1}"/>
          </ac:spMkLst>
        </pc:spChg>
        <pc:spChg chg="add mod">
          <ac:chgData name="Zhengyi Duan" userId="fe24c440-f450-4c95-a279-bfefc44647dd" providerId="ADAL" clId="{FF1C9543-8BE0-486F-90B2-D638F10DF29F}" dt="2025-05-25T12:28:45.895" v="558" actId="1076"/>
          <ac:spMkLst>
            <pc:docMk/>
            <pc:sldMk cId="1317544048" sldId="270"/>
            <ac:spMk id="14" creationId="{E0ED7764-DFA6-D08F-9FED-7000A8FE515A}"/>
          </ac:spMkLst>
        </pc:spChg>
        <pc:spChg chg="add mod">
          <ac:chgData name="Zhengyi Duan" userId="fe24c440-f450-4c95-a279-bfefc44647dd" providerId="ADAL" clId="{FF1C9543-8BE0-486F-90B2-D638F10DF29F}" dt="2025-05-25T12:28:45.895" v="558" actId="1076"/>
          <ac:spMkLst>
            <pc:docMk/>
            <pc:sldMk cId="1317544048" sldId="270"/>
            <ac:spMk id="16" creationId="{333C14E9-53EA-2584-E5E6-9D10ECCE6CC3}"/>
          </ac:spMkLst>
        </pc:spChg>
        <pc:spChg chg="add mod">
          <ac:chgData name="Zhengyi Duan" userId="fe24c440-f450-4c95-a279-bfefc44647dd" providerId="ADAL" clId="{FF1C9543-8BE0-486F-90B2-D638F10DF29F}" dt="2025-05-25T12:28:51.114" v="559" actId="1076"/>
          <ac:spMkLst>
            <pc:docMk/>
            <pc:sldMk cId="1317544048" sldId="270"/>
            <ac:spMk id="17" creationId="{B7C1BA3A-5D8A-D320-F4A1-5E7CEB66A601}"/>
          </ac:spMkLst>
        </pc:spChg>
        <pc:spChg chg="add del mod">
          <ac:chgData name="Zhengyi Duan" userId="fe24c440-f450-4c95-a279-bfefc44647dd" providerId="ADAL" clId="{FF1C9543-8BE0-486F-90B2-D638F10DF29F}" dt="2025-05-25T12:27:48.060" v="541" actId="22"/>
          <ac:spMkLst>
            <pc:docMk/>
            <pc:sldMk cId="1317544048" sldId="270"/>
            <ac:spMk id="27" creationId="{E939AB86-9D18-B18C-7C64-7FBF64AA042E}"/>
          </ac:spMkLst>
        </pc:spChg>
        <pc:spChg chg="add mod">
          <ac:chgData name="Zhengyi Duan" userId="fe24c440-f450-4c95-a279-bfefc44647dd" providerId="ADAL" clId="{FF1C9543-8BE0-486F-90B2-D638F10DF29F}" dt="2025-05-25T12:28:14.036" v="554" actId="1076"/>
          <ac:spMkLst>
            <pc:docMk/>
            <pc:sldMk cId="1317544048" sldId="270"/>
            <ac:spMk id="29" creationId="{21798273-BF5A-A875-E6B5-F93A0CD46765}"/>
          </ac:spMkLst>
        </pc:spChg>
        <pc:picChg chg="add mod">
          <ac:chgData name="Zhengyi Duan" userId="fe24c440-f450-4c95-a279-bfefc44647dd" providerId="ADAL" clId="{FF1C9543-8BE0-486F-90B2-D638F10DF29F}" dt="2025-05-25T12:28:45.895" v="558" actId="1076"/>
          <ac:picMkLst>
            <pc:docMk/>
            <pc:sldMk cId="1317544048" sldId="270"/>
            <ac:picMk id="8" creationId="{54304ADD-993F-2FD3-8165-980BFA3EDE1F}"/>
          </ac:picMkLst>
        </pc:picChg>
        <pc:picChg chg="add mod">
          <ac:chgData name="Zhengyi Duan" userId="fe24c440-f450-4c95-a279-bfefc44647dd" providerId="ADAL" clId="{FF1C9543-8BE0-486F-90B2-D638F10DF29F}" dt="2025-05-25T12:28:28.032" v="556" actId="1076"/>
          <ac:picMkLst>
            <pc:docMk/>
            <pc:sldMk cId="1317544048" sldId="270"/>
            <ac:picMk id="10" creationId="{94FF3F25-9BBD-22D5-3D67-0CE3150F3C65}"/>
          </ac:picMkLst>
        </pc:picChg>
        <pc:picChg chg="add mod">
          <ac:chgData name="Zhengyi Duan" userId="fe24c440-f450-4c95-a279-bfefc44647dd" providerId="ADAL" clId="{FF1C9543-8BE0-486F-90B2-D638F10DF29F}" dt="2025-05-25T12:28:51.114" v="559" actId="1076"/>
          <ac:picMkLst>
            <pc:docMk/>
            <pc:sldMk cId="1317544048" sldId="270"/>
            <ac:picMk id="12" creationId="{42D4206D-6C2D-9ABD-6B19-84B846285646}"/>
          </ac:picMkLst>
        </pc:picChg>
        <pc:cxnChg chg="add mod">
          <ac:chgData name="Zhengyi Duan" userId="fe24c440-f450-4c95-a279-bfefc44647dd" providerId="ADAL" clId="{FF1C9543-8BE0-486F-90B2-D638F10DF29F}" dt="2025-05-25T12:28:45.895" v="558" actId="1076"/>
          <ac:cxnSpMkLst>
            <pc:docMk/>
            <pc:sldMk cId="1317544048" sldId="270"/>
            <ac:cxnSpMk id="13" creationId="{A4FB1DCA-535B-7F9C-B6CD-E1B9CB42A5FF}"/>
          </ac:cxnSpMkLst>
        </pc:cxnChg>
        <pc:cxnChg chg="add mod">
          <ac:chgData name="Zhengyi Duan" userId="fe24c440-f450-4c95-a279-bfefc44647dd" providerId="ADAL" clId="{FF1C9543-8BE0-486F-90B2-D638F10DF29F}" dt="2025-05-25T12:28:51.114" v="559" actId="1076"/>
          <ac:cxnSpMkLst>
            <pc:docMk/>
            <pc:sldMk cId="1317544048" sldId="270"/>
            <ac:cxnSpMk id="15" creationId="{BEA68076-96C2-D87E-156C-62C7203E72EE}"/>
          </ac:cxnSpMkLst>
        </pc:cxnChg>
      </pc:sldChg>
    </pc:docChg>
  </pc:docChgLst>
  <pc:docChgLst>
    <pc:chgData name="Andrew Andrew Chen" userId="S::phyozaythitandrewchen@student.uts.edu.au::93bb1801-6ad4-4fe1-b4b1-0b9b048050c6" providerId="AD" clId="Web-{086AED4A-310F-633A-5AB1-A9363EA08DCD}"/>
    <pc:docChg chg="addSld delSld modSld">
      <pc:chgData name="Andrew Andrew Chen" userId="S::phyozaythitandrewchen@student.uts.edu.au::93bb1801-6ad4-4fe1-b4b1-0b9b048050c6" providerId="AD" clId="Web-{086AED4A-310F-633A-5AB1-A9363EA08DCD}" dt="2025-05-26T08:41:15.151" v="39"/>
      <pc:docMkLst>
        <pc:docMk/>
      </pc:docMkLst>
      <pc:sldChg chg="addSp delSp modSp new del">
        <pc:chgData name="Andrew Andrew Chen" userId="S::phyozaythitandrewchen@student.uts.edu.au::93bb1801-6ad4-4fe1-b4b1-0b9b048050c6" providerId="AD" clId="Web-{086AED4A-310F-633A-5AB1-A9363EA08DCD}" dt="2025-05-26T08:38:29.475" v="32"/>
        <pc:sldMkLst>
          <pc:docMk/>
          <pc:sldMk cId="4110228087" sldId="271"/>
        </pc:sldMkLst>
        <pc:spChg chg="mod">
          <ac:chgData name="Andrew Andrew Chen" userId="S::phyozaythitandrewchen@student.uts.edu.au::93bb1801-6ad4-4fe1-b4b1-0b9b048050c6" providerId="AD" clId="Web-{086AED4A-310F-633A-5AB1-A9363EA08DCD}" dt="2025-05-26T08:33:42.717" v="3" actId="20577"/>
          <ac:spMkLst>
            <pc:docMk/>
            <pc:sldMk cId="4110228087" sldId="271"/>
            <ac:spMk id="2" creationId="{DA316C9C-DC16-75E1-1D6E-27ABA05B909E}"/>
          </ac:spMkLst>
        </pc:spChg>
        <pc:spChg chg="del">
          <ac:chgData name="Andrew Andrew Chen" userId="S::phyozaythitandrewchen@student.uts.edu.au::93bb1801-6ad4-4fe1-b4b1-0b9b048050c6" providerId="AD" clId="Web-{086AED4A-310F-633A-5AB1-A9363EA08DCD}" dt="2025-05-26T08:33:48.498" v="4"/>
          <ac:spMkLst>
            <pc:docMk/>
            <pc:sldMk cId="4110228087" sldId="271"/>
            <ac:spMk id="3" creationId="{998E0DCA-3774-E14A-D532-E2C98ED5C1F5}"/>
          </ac:spMkLst>
        </pc:spChg>
        <pc:picChg chg="add del mod">
          <ac:chgData name="Andrew Andrew Chen" userId="S::phyozaythitandrewchen@student.uts.edu.au::93bb1801-6ad4-4fe1-b4b1-0b9b048050c6" providerId="AD" clId="Web-{086AED4A-310F-633A-5AB1-A9363EA08DCD}" dt="2025-05-26T08:34:22.999" v="8"/>
          <ac:picMkLst>
            <pc:docMk/>
            <pc:sldMk cId="4110228087" sldId="271"/>
            <ac:picMk id="4" creationId="{5C9C2336-2E5F-13F1-4B49-3974AD065F0E}"/>
          </ac:picMkLst>
        </pc:picChg>
        <pc:picChg chg="add del mod">
          <ac:chgData name="Andrew Andrew Chen" userId="S::phyozaythitandrewchen@student.uts.edu.au::93bb1801-6ad4-4fe1-b4b1-0b9b048050c6" providerId="AD" clId="Web-{086AED4A-310F-633A-5AB1-A9363EA08DCD}" dt="2025-05-26T08:37:39.239" v="15"/>
          <ac:picMkLst>
            <pc:docMk/>
            <pc:sldMk cId="4110228087" sldId="271"/>
            <ac:picMk id="5" creationId="{3E421EB5-627D-BD8E-FF93-A7B9AA20B1AF}"/>
          </ac:picMkLst>
        </pc:picChg>
        <pc:picChg chg="add del mod">
          <ac:chgData name="Andrew Andrew Chen" userId="S::phyozaythitandrewchen@student.uts.edu.au::93bb1801-6ad4-4fe1-b4b1-0b9b048050c6" providerId="AD" clId="Web-{086AED4A-310F-633A-5AB1-A9363EA08DCD}" dt="2025-05-26T08:37:39.239" v="14"/>
          <ac:picMkLst>
            <pc:docMk/>
            <pc:sldMk cId="4110228087" sldId="271"/>
            <ac:picMk id="6" creationId="{C4E3A129-DF92-9E7D-CB6C-7B9530616387}"/>
          </ac:picMkLst>
        </pc:picChg>
        <pc:picChg chg="add del mod">
          <ac:chgData name="Andrew Andrew Chen" userId="S::phyozaythitandrewchen@student.uts.edu.au::93bb1801-6ad4-4fe1-b4b1-0b9b048050c6" providerId="AD" clId="Web-{086AED4A-310F-633A-5AB1-A9363EA08DCD}" dt="2025-05-26T08:38:21.834" v="29"/>
          <ac:picMkLst>
            <pc:docMk/>
            <pc:sldMk cId="4110228087" sldId="271"/>
            <ac:picMk id="7" creationId="{223C48AB-696A-C8E4-BC3D-A24B80507D93}"/>
          </ac:picMkLst>
        </pc:picChg>
      </pc:sldChg>
      <pc:sldChg chg="addSp delSp modSp new">
        <pc:chgData name="Andrew Andrew Chen" userId="S::phyozaythitandrewchen@student.uts.edu.au::93bb1801-6ad4-4fe1-b4b1-0b9b048050c6" providerId="AD" clId="Web-{086AED4A-310F-633A-5AB1-A9363EA08DCD}" dt="2025-05-26T08:37:58.427" v="25"/>
        <pc:sldMkLst>
          <pc:docMk/>
          <pc:sldMk cId="1443362998" sldId="272"/>
        </pc:sldMkLst>
        <pc:spChg chg="mod">
          <ac:chgData name="Andrew Andrew Chen" userId="S::phyozaythitandrewchen@student.uts.edu.au::93bb1801-6ad4-4fe1-b4b1-0b9b048050c6" providerId="AD" clId="Web-{086AED4A-310F-633A-5AB1-A9363EA08DCD}" dt="2025-05-26T08:37:54.864" v="24" actId="20577"/>
          <ac:spMkLst>
            <pc:docMk/>
            <pc:sldMk cId="1443362998" sldId="272"/>
            <ac:spMk id="2" creationId="{5FE36941-136C-10C7-F49E-1DA537DD662A}"/>
          </ac:spMkLst>
        </pc:spChg>
        <pc:spChg chg="del">
          <ac:chgData name="Andrew Andrew Chen" userId="S::phyozaythitandrewchen@student.uts.edu.au::93bb1801-6ad4-4fe1-b4b1-0b9b048050c6" providerId="AD" clId="Web-{086AED4A-310F-633A-5AB1-A9363EA08DCD}" dt="2025-05-26T08:37:39.301" v="16"/>
          <ac:spMkLst>
            <pc:docMk/>
            <pc:sldMk cId="1443362998" sldId="272"/>
            <ac:spMk id="3" creationId="{E8367075-8CA6-4CD6-D613-20A6535DCDEB}"/>
          </ac:spMkLst>
        </pc:spChg>
        <pc:spChg chg="add mod">
          <ac:chgData name="Andrew Andrew Chen" userId="S::phyozaythitandrewchen@student.uts.edu.au::93bb1801-6ad4-4fe1-b4b1-0b9b048050c6" providerId="AD" clId="Web-{086AED4A-310F-633A-5AB1-A9363EA08DCD}" dt="2025-05-26T08:37:58.427" v="25"/>
          <ac:spMkLst>
            <pc:docMk/>
            <pc:sldMk cId="1443362998" sldId="272"/>
            <ac:spMk id="7" creationId="{13E84035-E8CF-3E36-BD19-929C777D3FE7}"/>
          </ac:spMkLst>
        </pc:spChg>
        <pc:picChg chg="add del mod ord">
          <ac:chgData name="Andrew Andrew Chen" userId="S::phyozaythitandrewchen@student.uts.edu.au::93bb1801-6ad4-4fe1-b4b1-0b9b048050c6" providerId="AD" clId="Web-{086AED4A-310F-633A-5AB1-A9363EA08DCD}" dt="2025-05-26T08:37:58.427" v="25"/>
          <ac:picMkLst>
            <pc:docMk/>
            <pc:sldMk cId="1443362998" sldId="272"/>
            <ac:picMk id="4" creationId="{D914D9DE-35F4-53FC-91D8-78F121B99086}"/>
          </ac:picMkLst>
        </pc:picChg>
        <pc:picChg chg="add mod">
          <ac:chgData name="Andrew Andrew Chen" userId="S::phyozaythitandrewchen@student.uts.edu.au::93bb1801-6ad4-4fe1-b4b1-0b9b048050c6" providerId="AD" clId="Web-{086AED4A-310F-633A-5AB1-A9363EA08DCD}" dt="2025-05-26T08:37:43.723" v="19" actId="1076"/>
          <ac:picMkLst>
            <pc:docMk/>
            <pc:sldMk cId="1443362998" sldId="272"/>
            <ac:picMk id="5" creationId="{1FF0B8A4-9F36-E0B6-8B64-24C471D15A48}"/>
          </ac:picMkLst>
        </pc:picChg>
      </pc:sldChg>
      <pc:sldChg chg="addSp delSp modSp new">
        <pc:chgData name="Andrew Andrew Chen" userId="S::phyozaythitandrewchen@student.uts.edu.au::93bb1801-6ad4-4fe1-b4b1-0b9b048050c6" providerId="AD" clId="Web-{086AED4A-310F-633A-5AB1-A9363EA08DCD}" dt="2025-05-26T08:38:13.615" v="28"/>
        <pc:sldMkLst>
          <pc:docMk/>
          <pc:sldMk cId="1094085600" sldId="273"/>
        </pc:sldMkLst>
        <pc:spChg chg="mod">
          <ac:chgData name="Andrew Andrew Chen" userId="S::phyozaythitandrewchen@student.uts.edu.au::93bb1801-6ad4-4fe1-b4b1-0b9b048050c6" providerId="AD" clId="Web-{086AED4A-310F-633A-5AB1-A9363EA08DCD}" dt="2025-05-26T08:38:01.646" v="27" actId="20577"/>
          <ac:spMkLst>
            <pc:docMk/>
            <pc:sldMk cId="1094085600" sldId="273"/>
            <ac:spMk id="2" creationId="{A173493D-2396-9258-E299-69CC73BF3BB2}"/>
          </ac:spMkLst>
        </pc:spChg>
        <pc:spChg chg="del">
          <ac:chgData name="Andrew Andrew Chen" userId="S::phyozaythitandrewchen@student.uts.edu.au::93bb1801-6ad4-4fe1-b4b1-0b9b048050c6" providerId="AD" clId="Web-{086AED4A-310F-633A-5AB1-A9363EA08DCD}" dt="2025-05-26T08:38:13.615" v="28"/>
          <ac:spMkLst>
            <pc:docMk/>
            <pc:sldMk cId="1094085600" sldId="273"/>
            <ac:spMk id="3" creationId="{2E26422F-82F6-5764-D1FD-4076DA741524}"/>
          </ac:spMkLst>
        </pc:spChg>
        <pc:picChg chg="add mod ord">
          <ac:chgData name="Andrew Andrew Chen" userId="S::phyozaythitandrewchen@student.uts.edu.au::93bb1801-6ad4-4fe1-b4b1-0b9b048050c6" providerId="AD" clId="Web-{086AED4A-310F-633A-5AB1-A9363EA08DCD}" dt="2025-05-26T08:38:13.615" v="28"/>
          <ac:picMkLst>
            <pc:docMk/>
            <pc:sldMk cId="1094085600" sldId="273"/>
            <ac:picMk id="4" creationId="{7E0D5587-1C31-4B0D-10DF-6D73FBFAD75C}"/>
          </ac:picMkLst>
        </pc:picChg>
      </pc:sldChg>
      <pc:sldChg chg="addSp delSp modSp new">
        <pc:chgData name="Andrew Andrew Chen" userId="S::phyozaythitandrewchen@student.uts.edu.au::93bb1801-6ad4-4fe1-b4b1-0b9b048050c6" providerId="AD" clId="Web-{086AED4A-310F-633A-5AB1-A9363EA08DCD}" dt="2025-05-26T08:38:28.771" v="31"/>
        <pc:sldMkLst>
          <pc:docMk/>
          <pc:sldMk cId="1802965266" sldId="274"/>
        </pc:sldMkLst>
        <pc:spChg chg="del">
          <ac:chgData name="Andrew Andrew Chen" userId="S::phyozaythitandrewchen@student.uts.edu.au::93bb1801-6ad4-4fe1-b4b1-0b9b048050c6" providerId="AD" clId="Web-{086AED4A-310F-633A-5AB1-A9363EA08DCD}" dt="2025-05-26T08:38:28.771" v="31"/>
          <ac:spMkLst>
            <pc:docMk/>
            <pc:sldMk cId="1802965266" sldId="274"/>
            <ac:spMk id="3" creationId="{DF9C46D9-356D-A142-8786-E63DA9002110}"/>
          </ac:spMkLst>
        </pc:spChg>
        <pc:picChg chg="add mod ord">
          <ac:chgData name="Andrew Andrew Chen" userId="S::phyozaythitandrewchen@student.uts.edu.au::93bb1801-6ad4-4fe1-b4b1-0b9b048050c6" providerId="AD" clId="Web-{086AED4A-310F-633A-5AB1-A9363EA08DCD}" dt="2025-05-26T08:38:28.771" v="31"/>
          <ac:picMkLst>
            <pc:docMk/>
            <pc:sldMk cId="1802965266" sldId="274"/>
            <ac:picMk id="4" creationId="{3E568FE0-D944-72D1-A017-45CC1A2626E1}"/>
          </ac:picMkLst>
        </pc:picChg>
      </pc:sldChg>
      <pc:sldChg chg="new del">
        <pc:chgData name="Andrew Andrew Chen" userId="S::phyozaythitandrewchen@student.uts.edu.au::93bb1801-6ad4-4fe1-b4b1-0b9b048050c6" providerId="AD" clId="Web-{086AED4A-310F-633A-5AB1-A9363EA08DCD}" dt="2025-05-26T08:39:03.007" v="34"/>
        <pc:sldMkLst>
          <pc:docMk/>
          <pc:sldMk cId="2928902212" sldId="275"/>
        </pc:sldMkLst>
      </pc:sldChg>
      <pc:sldChg chg="addSp delSp modSp new mod setBg">
        <pc:chgData name="Andrew Andrew Chen" userId="S::phyozaythitandrewchen@student.uts.edu.au::93bb1801-6ad4-4fe1-b4b1-0b9b048050c6" providerId="AD" clId="Web-{086AED4A-310F-633A-5AB1-A9363EA08DCD}" dt="2025-05-26T08:41:15.151" v="39"/>
        <pc:sldMkLst>
          <pc:docMk/>
          <pc:sldMk cId="3175028924" sldId="275"/>
        </pc:sldMkLst>
        <pc:spChg chg="mod">
          <ac:chgData name="Andrew Andrew Chen" userId="S::phyozaythitandrewchen@student.uts.edu.au::93bb1801-6ad4-4fe1-b4b1-0b9b048050c6" providerId="AD" clId="Web-{086AED4A-310F-633A-5AB1-A9363EA08DCD}" dt="2025-05-26T08:41:15.151" v="39"/>
          <ac:spMkLst>
            <pc:docMk/>
            <pc:sldMk cId="3175028924" sldId="275"/>
            <ac:spMk id="2" creationId="{B5613B6A-6F56-DBF1-18FA-BAB876B0B4D8}"/>
          </ac:spMkLst>
        </pc:spChg>
        <pc:spChg chg="del">
          <ac:chgData name="Andrew Andrew Chen" userId="S::phyozaythitandrewchen@student.uts.edu.au::93bb1801-6ad4-4fe1-b4b1-0b9b048050c6" providerId="AD" clId="Web-{086AED4A-310F-633A-5AB1-A9363EA08DCD}" dt="2025-05-26T08:40:03.993" v="36"/>
          <ac:spMkLst>
            <pc:docMk/>
            <pc:sldMk cId="3175028924" sldId="275"/>
            <ac:spMk id="3" creationId="{2165A8EB-DD92-C0A4-6EC7-36C816CD8918}"/>
          </ac:spMkLst>
        </pc:spChg>
        <pc:spChg chg="add">
          <ac:chgData name="Andrew Andrew Chen" userId="S::phyozaythitandrewchen@student.uts.edu.au::93bb1801-6ad4-4fe1-b4b1-0b9b048050c6" providerId="AD" clId="Web-{086AED4A-310F-633A-5AB1-A9363EA08DCD}" dt="2025-05-26T08:41:15.151" v="39"/>
          <ac:spMkLst>
            <pc:docMk/>
            <pc:sldMk cId="3175028924" sldId="275"/>
            <ac:spMk id="8" creationId="{9B7AD9F6-8CE7-4299-8FC6-328F4DCD3FF9}"/>
          </ac:spMkLst>
        </pc:spChg>
        <pc:spChg chg="add">
          <ac:chgData name="Andrew Andrew Chen" userId="S::phyozaythitandrewchen@student.uts.edu.au::93bb1801-6ad4-4fe1-b4b1-0b9b048050c6" providerId="AD" clId="Web-{086AED4A-310F-633A-5AB1-A9363EA08DCD}" dt="2025-05-26T08:41:15.151" v="39"/>
          <ac:spMkLst>
            <pc:docMk/>
            <pc:sldMk cId="3175028924" sldId="275"/>
            <ac:spMk id="10" creationId="{F49775AF-8896-43EE-92C6-83497D6DC56F}"/>
          </ac:spMkLst>
        </pc:spChg>
        <pc:picChg chg="add">
          <ac:chgData name="Andrew Andrew Chen" userId="S::phyozaythitandrewchen@student.uts.edu.au::93bb1801-6ad4-4fe1-b4b1-0b9b048050c6" providerId="AD" clId="Web-{086AED4A-310F-633A-5AB1-A9363EA08DCD}" dt="2025-05-26T08:41:15.151" v="39"/>
          <ac:picMkLst>
            <pc:docMk/>
            <pc:sldMk cId="3175028924" sldId="275"/>
            <ac:picMk id="4" creationId="{22B6D90E-69E2-0137-DA74-034B43C49831}"/>
          </ac:picMkLst>
        </pc:picChg>
      </pc:sldChg>
    </pc:docChg>
  </pc:docChgLst>
  <pc:docChgLst>
    <pc:chgData name="Laith Abuhannun" userId="S::laith.h.abuhannun-1@student.uts.edu.au::9bef0c4b-bcd9-4e72-96c9-429cf54f0c13" providerId="AD" clId="Web-{3703A589-3BD3-09FC-4A63-E360CFE75821}"/>
    <pc:docChg chg="modSld addMainMaster delMainMaster">
      <pc:chgData name="Laith Abuhannun" userId="S::laith.h.abuhannun-1@student.uts.edu.au::9bef0c4b-bcd9-4e72-96c9-429cf54f0c13" providerId="AD" clId="Web-{3703A589-3BD3-09FC-4A63-E360CFE75821}" dt="2025-05-26T08:50:05.709" v="37" actId="14100"/>
      <pc:docMkLst>
        <pc:docMk/>
      </pc:docMkLst>
      <pc:sldChg chg="addSp delSp modSp mod modClrScheme delDesignElem chgLayout">
        <pc:chgData name="Laith Abuhannun" userId="S::laith.h.abuhannun-1@student.uts.edu.au::9bef0c4b-bcd9-4e72-96c9-429cf54f0c13" providerId="AD" clId="Web-{3703A589-3BD3-09FC-4A63-E360CFE75821}" dt="2025-05-26T08:43:37.930" v="11"/>
        <pc:sldMkLst>
          <pc:docMk/>
          <pc:sldMk cId="271830760" sldId="256"/>
        </pc:sldMkLst>
        <pc:spChg chg="mod ord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271830760" sldId="256"/>
            <ac:spMk id="2" creationId="{E3D3C9F3-2797-552C-3558-6474DC486E27}"/>
          </ac:spMkLst>
        </pc:spChg>
        <pc:spChg chg="mod ord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271830760" sldId="256"/>
            <ac:spMk id="3" creationId="{1531B785-7826-E5C2-9687-AB753620FFC2}"/>
          </ac:spMkLst>
        </pc:spChg>
        <pc:spChg chg="add del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271830760" sldId="256"/>
            <ac:spMk id="10" creationId="{F12E7CC5-C78B-4EBD-9565-3FA00FAA6CF2}"/>
          </ac:spMkLst>
        </pc:spChg>
        <pc:spChg chg="add del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271830760" sldId="256"/>
            <ac:spMk id="12" creationId="{3A4529A5-F675-429F-8044-01372BB13422}"/>
          </ac:spMkLst>
        </pc:spChg>
        <pc:spChg chg="add del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271830760" sldId="256"/>
            <ac:spMk id="14" creationId="{63DAB858-5A0C-4AFF-AAC6-705EDF8DB733}"/>
          </ac:spMkLst>
        </pc:spChg>
      </pc:sldChg>
      <pc:sldChg chg="modSp mod modClrScheme chgLayout">
        <pc:chgData name="Laith Abuhannun" userId="S::laith.h.abuhannun-1@student.uts.edu.au::9bef0c4b-bcd9-4e72-96c9-429cf54f0c13" providerId="AD" clId="Web-{3703A589-3BD3-09FC-4A63-E360CFE75821}" dt="2025-05-26T08:43:37.930" v="11"/>
        <pc:sldMkLst>
          <pc:docMk/>
          <pc:sldMk cId="1552915945" sldId="257"/>
        </pc:sldMkLst>
        <pc:spChg chg="mod ord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1552915945" sldId="257"/>
            <ac:spMk id="3" creationId="{E8EEC45B-E31D-82DA-1FC8-85594062E1E6}"/>
          </ac:spMkLst>
        </pc:spChg>
      </pc:sldChg>
      <pc:sldChg chg="addSp delSp modSp mod modClrScheme delDesignElem chgLayout">
        <pc:chgData name="Laith Abuhannun" userId="S::laith.h.abuhannun-1@student.uts.edu.au::9bef0c4b-bcd9-4e72-96c9-429cf54f0c13" providerId="AD" clId="Web-{3703A589-3BD3-09FC-4A63-E360CFE75821}" dt="2025-05-26T08:47:54.298" v="36" actId="20577"/>
        <pc:sldMkLst>
          <pc:docMk/>
          <pc:sldMk cId="391952279" sldId="259"/>
        </pc:sldMkLst>
        <pc:spChg chg="mod ord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391952279" sldId="259"/>
            <ac:spMk id="2" creationId="{54F2CC7D-C35E-6973-AF81-6F3B5B21E9A5}"/>
          </ac:spMkLst>
        </pc:spChg>
        <pc:spChg chg="mod ord">
          <ac:chgData name="Laith Abuhannun" userId="S::laith.h.abuhannun-1@student.uts.edu.au::9bef0c4b-bcd9-4e72-96c9-429cf54f0c13" providerId="AD" clId="Web-{3703A589-3BD3-09FC-4A63-E360CFE75821}" dt="2025-05-26T08:47:54.298" v="36" actId="20577"/>
          <ac:spMkLst>
            <pc:docMk/>
            <pc:sldMk cId="391952279" sldId="259"/>
            <ac:spMk id="3" creationId="{C0FE1E3A-0747-D25F-D456-8ABD22818C6B}"/>
          </ac:spMkLst>
        </pc:spChg>
        <pc:spChg chg="add del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391952279" sldId="259"/>
            <ac:spMk id="102" creationId="{2C61293E-6EBE-43EF-A52C-9BEBFD7679D4}"/>
          </ac:spMkLst>
        </pc:spChg>
        <pc:spChg chg="add del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391952279" sldId="259"/>
            <ac:spMk id="104" creationId="{21540236-BFD5-4A9D-8840-4703E7F76825}"/>
          </ac:spMkLst>
        </pc:spChg>
      </pc:sldChg>
      <pc:sldChg chg="addSp delSp modSp mod modClrScheme delDesignElem chgLayout">
        <pc:chgData name="Laith Abuhannun" userId="S::laith.h.abuhannun-1@student.uts.edu.au::9bef0c4b-bcd9-4e72-96c9-429cf54f0c13" providerId="AD" clId="Web-{3703A589-3BD3-09FC-4A63-E360CFE75821}" dt="2025-05-26T08:43:37.930" v="11"/>
        <pc:sldMkLst>
          <pc:docMk/>
          <pc:sldMk cId="1646369651" sldId="260"/>
        </pc:sldMkLst>
        <pc:spChg chg="mod ord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1646369651" sldId="260"/>
            <ac:spMk id="2" creationId="{CB2A623D-F836-6EF5-1A6B-D15A24DEF4EB}"/>
          </ac:spMkLst>
        </pc:spChg>
        <pc:spChg chg="mod ord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1646369651" sldId="260"/>
            <ac:spMk id="3" creationId="{5FF0628E-884C-64B9-5671-17403334D6D9}"/>
          </ac:spMkLst>
        </pc:spChg>
        <pc:spChg chg="add del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1646369651" sldId="260"/>
            <ac:spMk id="13" creationId="{2C61293E-6EBE-43EF-A52C-9BEBFD7679D4}"/>
          </ac:spMkLst>
        </pc:spChg>
        <pc:spChg chg="add del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1646369651" sldId="260"/>
            <ac:spMk id="15" creationId="{21540236-BFD5-4A9D-8840-4703E7F76825}"/>
          </ac:spMkLst>
        </pc:spChg>
      </pc:sldChg>
      <pc:sldChg chg="addSp delSp modSp mod modClrScheme delDesignElem chgLayout">
        <pc:chgData name="Laith Abuhannun" userId="S::laith.h.abuhannun-1@student.uts.edu.au::9bef0c4b-bcd9-4e72-96c9-429cf54f0c13" providerId="AD" clId="Web-{3703A589-3BD3-09FC-4A63-E360CFE75821}" dt="2025-05-26T08:43:37.930" v="11"/>
        <pc:sldMkLst>
          <pc:docMk/>
          <pc:sldMk cId="1653477389" sldId="263"/>
        </pc:sldMkLst>
        <pc:spChg chg="mod ord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1653477389" sldId="263"/>
            <ac:spMk id="2" creationId="{27CD1213-9F92-E0A7-D4CC-16C6456FAE3D}"/>
          </ac:spMkLst>
        </pc:spChg>
        <pc:spChg chg="mod ord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1653477389" sldId="263"/>
            <ac:spMk id="3" creationId="{BC12602E-A831-2DE2-30F7-A4405E5ACE14}"/>
          </ac:spMkLst>
        </pc:spChg>
        <pc:spChg chg="add del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1653477389" sldId="263"/>
            <ac:spMk id="68" creationId="{F13C74B1-5B17-4795-BED0-7140497B445A}"/>
          </ac:spMkLst>
        </pc:spChg>
        <pc:spChg chg="add del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1653477389" sldId="263"/>
            <ac:spMk id="69" creationId="{D4974D33-8DC5-464E-8C6D-BE58F0669C17}"/>
          </ac:spMkLst>
        </pc:spChg>
      </pc:sldChg>
      <pc:sldChg chg="addSp delSp modSp mod modClrScheme delDesignElem chgLayout">
        <pc:chgData name="Laith Abuhannun" userId="S::laith.h.abuhannun-1@student.uts.edu.au::9bef0c4b-bcd9-4e72-96c9-429cf54f0c13" providerId="AD" clId="Web-{3703A589-3BD3-09FC-4A63-E360CFE75821}" dt="2025-05-26T08:43:37.930" v="11"/>
        <pc:sldMkLst>
          <pc:docMk/>
          <pc:sldMk cId="2583956779" sldId="264"/>
        </pc:sldMkLst>
        <pc:spChg chg="mod ord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2583956779" sldId="264"/>
            <ac:spMk id="2" creationId="{EC4209DF-8F76-69EF-13E6-0404B4097DF3}"/>
          </ac:spMkLst>
        </pc:spChg>
        <pc:spChg chg="mod ord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2583956779" sldId="264"/>
            <ac:spMk id="3" creationId="{40A51E5D-C7D7-8612-3160-F4FED2ECF709}"/>
          </ac:spMkLst>
        </pc:spChg>
        <pc:spChg chg="add del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2583956779" sldId="264"/>
            <ac:spMk id="74" creationId="{2C61293E-6EBE-43EF-A52C-9BEBFD7679D4}"/>
          </ac:spMkLst>
        </pc:spChg>
        <pc:spChg chg="add del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2583956779" sldId="264"/>
            <ac:spMk id="76" creationId="{21540236-BFD5-4A9D-8840-4703E7F76825}"/>
          </ac:spMkLst>
        </pc:spChg>
      </pc:sldChg>
      <pc:sldChg chg="addSp delSp modSp mod modClrScheme delDesignElem chgLayout">
        <pc:chgData name="Laith Abuhannun" userId="S::laith.h.abuhannun-1@student.uts.edu.au::9bef0c4b-bcd9-4e72-96c9-429cf54f0c13" providerId="AD" clId="Web-{3703A589-3BD3-09FC-4A63-E360CFE75821}" dt="2025-05-26T08:43:37.930" v="11"/>
        <pc:sldMkLst>
          <pc:docMk/>
          <pc:sldMk cId="608343756" sldId="265"/>
        </pc:sldMkLst>
        <pc:spChg chg="mod ord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608343756" sldId="265"/>
            <ac:spMk id="2" creationId="{BAAAE3B0-9BCB-6048-6049-A7C816ABE895}"/>
          </ac:spMkLst>
        </pc:spChg>
        <pc:spChg chg="mod ord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608343756" sldId="265"/>
            <ac:spMk id="3" creationId="{62740D90-FBC7-AC14-9252-8A59D183527D}"/>
          </ac:spMkLst>
        </pc:spChg>
        <pc:spChg chg="add del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608343756" sldId="265"/>
            <ac:spMk id="25" creationId="{0288C6B4-AFC3-407F-A595-EFFD38D4CCAF}"/>
          </ac:spMkLst>
        </pc:spChg>
        <pc:spChg chg="add del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608343756" sldId="265"/>
            <ac:spMk id="27" creationId="{CF236821-17FE-429B-8D2C-08E13A64EA40}"/>
          </ac:spMkLst>
        </pc:spChg>
        <pc:spChg chg="add del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608343756" sldId="265"/>
            <ac:spMk id="29" creationId="{C0BDBCD2-E081-43AB-9119-C55465E59757}"/>
          </ac:spMkLst>
        </pc:spChg>
        <pc:spChg chg="add del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608343756" sldId="265"/>
            <ac:spMk id="31" creationId="{98E79BE4-34FE-485A-98A5-92CE8F7C4743}"/>
          </ac:spMkLst>
        </pc:spChg>
        <pc:spChg chg="add del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608343756" sldId="265"/>
            <ac:spMk id="33" creationId="{7A5F0580-5EE9-419F-96EE-B6529EF6E7D0}"/>
          </ac:spMkLst>
        </pc:spChg>
      </pc:sldChg>
      <pc:sldChg chg="addSp delSp modSp mod modClrScheme delDesignElem chgLayout">
        <pc:chgData name="Laith Abuhannun" userId="S::laith.h.abuhannun-1@student.uts.edu.au::9bef0c4b-bcd9-4e72-96c9-429cf54f0c13" providerId="AD" clId="Web-{3703A589-3BD3-09FC-4A63-E360CFE75821}" dt="2025-05-26T08:43:37.930" v="11"/>
        <pc:sldMkLst>
          <pc:docMk/>
          <pc:sldMk cId="2211639162" sldId="266"/>
        </pc:sldMkLst>
        <pc:spChg chg="mod ord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2211639162" sldId="266"/>
            <ac:spMk id="2" creationId="{1372FEC4-4A70-0E31-896D-CDFEDD78E47C}"/>
          </ac:spMkLst>
        </pc:spChg>
        <pc:spChg chg="mod ord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2211639162" sldId="266"/>
            <ac:spMk id="3" creationId="{BEBB80F3-754B-BD8A-8E16-BFA281B5E0A9}"/>
          </ac:spMkLst>
        </pc:spChg>
        <pc:spChg chg="add del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2211639162" sldId="266"/>
            <ac:spMk id="127" creationId="{2C61293E-6EBE-43EF-A52C-9BEBFD7679D4}"/>
          </ac:spMkLst>
        </pc:spChg>
        <pc:spChg chg="add del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2211639162" sldId="266"/>
            <ac:spMk id="129" creationId="{21540236-BFD5-4A9D-8840-4703E7F76825}"/>
          </ac:spMkLst>
        </pc:spChg>
      </pc:sldChg>
      <pc:sldChg chg="addSp delSp modSp mod modClrScheme delDesignElem chgLayout">
        <pc:chgData name="Laith Abuhannun" userId="S::laith.h.abuhannun-1@student.uts.edu.au::9bef0c4b-bcd9-4e72-96c9-429cf54f0c13" providerId="AD" clId="Web-{3703A589-3BD3-09FC-4A63-E360CFE75821}" dt="2025-05-26T08:43:37.930" v="11"/>
        <pc:sldMkLst>
          <pc:docMk/>
          <pc:sldMk cId="2796295504" sldId="267"/>
        </pc:sldMkLst>
        <pc:spChg chg="mod ord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2796295504" sldId="267"/>
            <ac:spMk id="2" creationId="{4B1E8588-8028-F976-ABF7-045674C72F1E}"/>
          </ac:spMkLst>
        </pc:spChg>
        <pc:spChg chg="mod ord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2796295504" sldId="267"/>
            <ac:spMk id="3" creationId="{97D709F1-DAD1-4786-1A03-A3D5538AF218}"/>
          </ac:spMkLst>
        </pc:spChg>
        <pc:spChg chg="add del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2796295504" sldId="267"/>
            <ac:spMk id="9" creationId="{777A147A-9ED8-46B4-8660-1B3C2AA880B5}"/>
          </ac:spMkLst>
        </pc:spChg>
        <pc:spChg chg="add del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2796295504" sldId="267"/>
            <ac:spMk id="11" creationId="{5D6C15A0-C087-4593-8414-2B4EC1CDC3DE}"/>
          </ac:spMkLst>
        </pc:spChg>
      </pc:sldChg>
      <pc:sldChg chg="addSp delSp modSp mod modClrScheme delDesignElem chgLayout">
        <pc:chgData name="Laith Abuhannun" userId="S::laith.h.abuhannun-1@student.uts.edu.au::9bef0c4b-bcd9-4e72-96c9-429cf54f0c13" providerId="AD" clId="Web-{3703A589-3BD3-09FC-4A63-E360CFE75821}" dt="2025-05-26T08:43:37.930" v="11"/>
        <pc:sldMkLst>
          <pc:docMk/>
          <pc:sldMk cId="2033664257" sldId="269"/>
        </pc:sldMkLst>
        <pc:spChg chg="mod ord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2033664257" sldId="269"/>
            <ac:spMk id="3" creationId="{7F9D3DB7-CF2C-B6AF-DBF5-5B30F9B66291}"/>
          </ac:spMkLst>
        </pc:spChg>
        <pc:spChg chg="mod ord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2033664257" sldId="269"/>
            <ac:spMk id="4" creationId="{9571129A-6332-FEEB-57C3-71DA01EC20CC}"/>
          </ac:spMkLst>
        </pc:spChg>
        <pc:spChg chg="add del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2033664257" sldId="269"/>
            <ac:spMk id="2109" creationId="{5EBC18B6-E5C3-4AD1-97A4-E6A3477A0BB9}"/>
          </ac:spMkLst>
        </pc:spChg>
        <pc:spChg chg="add del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2033664257" sldId="269"/>
            <ac:spMk id="2111" creationId="{136A4AB6-B72B-4CC6-ADCF-BE807B6C3D71}"/>
          </ac:spMkLst>
        </pc:spChg>
        <pc:spChg chg="add del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2033664257" sldId="269"/>
            <ac:spMk id="2113" creationId="{B35D540D-9486-4236-952A-F72DC52D79BF}"/>
          </ac:spMkLst>
        </pc:spChg>
      </pc:sldChg>
      <pc:sldChg chg="addSp delSp mod modClrScheme delDesignElem chgLayout">
        <pc:chgData name="Laith Abuhannun" userId="S::laith.h.abuhannun-1@student.uts.edu.au::9bef0c4b-bcd9-4e72-96c9-429cf54f0c13" providerId="AD" clId="Web-{3703A589-3BD3-09FC-4A63-E360CFE75821}" dt="2025-05-26T08:43:37.930" v="11"/>
        <pc:sldMkLst>
          <pc:docMk/>
          <pc:sldMk cId="1317544048" sldId="270"/>
        </pc:sldMkLst>
        <pc:spChg chg="add del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1317544048" sldId="270"/>
            <ac:spMk id="9" creationId="{E62FC955-29EC-2A25-0B91-81BABADCADF4}"/>
          </ac:spMkLst>
        </pc:spChg>
        <pc:spChg chg="add del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1317544048" sldId="270"/>
            <ac:spMk id="11" creationId="{0234A173-8945-6075-0B53-7A2BEC2B14C9}"/>
          </ac:spMkLst>
        </pc:spChg>
      </pc:sldChg>
      <pc:sldChg chg="addSp modSp mod setBg modClrScheme chgLayout">
        <pc:chgData name="Laith Abuhannun" userId="S::laith.h.abuhannun-1@student.uts.edu.au::9bef0c4b-bcd9-4e72-96c9-429cf54f0c13" providerId="AD" clId="Web-{3703A589-3BD3-09FC-4A63-E360CFE75821}" dt="2025-05-26T08:44:46.307" v="14" actId="1076"/>
        <pc:sldMkLst>
          <pc:docMk/>
          <pc:sldMk cId="1443362998" sldId="272"/>
        </pc:sldMkLst>
        <pc:spChg chg="mod ord">
          <ac:chgData name="Laith Abuhannun" userId="S::laith.h.abuhannun-1@student.uts.edu.au::9bef0c4b-bcd9-4e72-96c9-429cf54f0c13" providerId="AD" clId="Web-{3703A589-3BD3-09FC-4A63-E360CFE75821}" dt="2025-05-26T08:44:42.182" v="13"/>
          <ac:spMkLst>
            <pc:docMk/>
            <pc:sldMk cId="1443362998" sldId="272"/>
            <ac:spMk id="2" creationId="{5FE36941-136C-10C7-F49E-1DA537DD662A}"/>
          </ac:spMkLst>
        </pc:spChg>
        <pc:spChg chg="mod ord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1443362998" sldId="272"/>
            <ac:spMk id="7" creationId="{13E84035-E8CF-3E36-BD19-929C777D3FE7}"/>
          </ac:spMkLst>
        </pc:spChg>
        <pc:spChg chg="add">
          <ac:chgData name="Laith Abuhannun" userId="S::laith.h.abuhannun-1@student.uts.edu.au::9bef0c4b-bcd9-4e72-96c9-429cf54f0c13" providerId="AD" clId="Web-{3703A589-3BD3-09FC-4A63-E360CFE75821}" dt="2025-05-26T08:44:42.182" v="13"/>
          <ac:spMkLst>
            <pc:docMk/>
            <pc:sldMk cId="1443362998" sldId="272"/>
            <ac:spMk id="10" creationId="{BCED4D40-4B67-4331-AC48-79B82B4A47D8}"/>
          </ac:spMkLst>
        </pc:spChg>
        <pc:spChg chg="add">
          <ac:chgData name="Laith Abuhannun" userId="S::laith.h.abuhannun-1@student.uts.edu.au::9bef0c4b-bcd9-4e72-96c9-429cf54f0c13" providerId="AD" clId="Web-{3703A589-3BD3-09FC-4A63-E360CFE75821}" dt="2025-05-26T08:44:42.182" v="13"/>
          <ac:spMkLst>
            <pc:docMk/>
            <pc:sldMk cId="1443362998" sldId="272"/>
            <ac:spMk id="12" creationId="{670CEDEF-4F34-412E-84EE-329C1E936AF5}"/>
          </ac:spMkLst>
        </pc:spChg>
        <pc:picChg chg="mod">
          <ac:chgData name="Laith Abuhannun" userId="S::laith.h.abuhannun-1@student.uts.edu.au::9bef0c4b-bcd9-4e72-96c9-429cf54f0c13" providerId="AD" clId="Web-{3703A589-3BD3-09FC-4A63-E360CFE75821}" dt="2025-05-26T08:44:46.307" v="14" actId="1076"/>
          <ac:picMkLst>
            <pc:docMk/>
            <pc:sldMk cId="1443362998" sldId="272"/>
            <ac:picMk id="5" creationId="{1FF0B8A4-9F36-E0B6-8B64-24C471D15A48}"/>
          </ac:picMkLst>
        </pc:picChg>
      </pc:sldChg>
      <pc:sldChg chg="modSp mod modClrScheme chgLayout">
        <pc:chgData name="Laith Abuhannun" userId="S::laith.h.abuhannun-1@student.uts.edu.au::9bef0c4b-bcd9-4e72-96c9-429cf54f0c13" providerId="AD" clId="Web-{3703A589-3BD3-09FC-4A63-E360CFE75821}" dt="2025-05-26T08:45:09.167" v="15" actId="20577"/>
        <pc:sldMkLst>
          <pc:docMk/>
          <pc:sldMk cId="1094085600" sldId="273"/>
        </pc:sldMkLst>
        <pc:spChg chg="mod ord">
          <ac:chgData name="Laith Abuhannun" userId="S::laith.h.abuhannun-1@student.uts.edu.au::9bef0c4b-bcd9-4e72-96c9-429cf54f0c13" providerId="AD" clId="Web-{3703A589-3BD3-09FC-4A63-E360CFE75821}" dt="2025-05-26T08:45:09.167" v="15" actId="20577"/>
          <ac:spMkLst>
            <pc:docMk/>
            <pc:sldMk cId="1094085600" sldId="273"/>
            <ac:spMk id="2" creationId="{A173493D-2396-9258-E299-69CC73BF3BB2}"/>
          </ac:spMkLst>
        </pc:spChg>
        <pc:picChg chg="mod ord">
          <ac:chgData name="Laith Abuhannun" userId="S::laith.h.abuhannun-1@student.uts.edu.au::9bef0c4b-bcd9-4e72-96c9-429cf54f0c13" providerId="AD" clId="Web-{3703A589-3BD3-09FC-4A63-E360CFE75821}" dt="2025-05-26T08:43:37.930" v="11"/>
          <ac:picMkLst>
            <pc:docMk/>
            <pc:sldMk cId="1094085600" sldId="273"/>
            <ac:picMk id="4" creationId="{7E0D5587-1C31-4B0D-10DF-6D73FBFAD75C}"/>
          </ac:picMkLst>
        </pc:picChg>
      </pc:sldChg>
      <pc:sldChg chg="modSp mod modClrScheme chgLayout">
        <pc:chgData name="Laith Abuhannun" userId="S::laith.h.abuhannun-1@student.uts.edu.au::9bef0c4b-bcd9-4e72-96c9-429cf54f0c13" providerId="AD" clId="Web-{3703A589-3BD3-09FC-4A63-E360CFE75821}" dt="2025-05-26T08:43:37.930" v="11"/>
        <pc:sldMkLst>
          <pc:docMk/>
          <pc:sldMk cId="1802965266" sldId="274"/>
        </pc:sldMkLst>
        <pc:spChg chg="mod ord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1802965266" sldId="274"/>
            <ac:spMk id="2" creationId="{8550EA46-A94E-1CCF-8ED9-8A5B5945ADBB}"/>
          </ac:spMkLst>
        </pc:spChg>
        <pc:picChg chg="mod ord">
          <ac:chgData name="Laith Abuhannun" userId="S::laith.h.abuhannun-1@student.uts.edu.au::9bef0c4b-bcd9-4e72-96c9-429cf54f0c13" providerId="AD" clId="Web-{3703A589-3BD3-09FC-4A63-E360CFE75821}" dt="2025-05-26T08:43:37.930" v="11"/>
          <ac:picMkLst>
            <pc:docMk/>
            <pc:sldMk cId="1802965266" sldId="274"/>
            <ac:picMk id="4" creationId="{3E568FE0-D944-72D1-A017-45CC1A2626E1}"/>
          </ac:picMkLst>
        </pc:picChg>
      </pc:sldChg>
      <pc:sldChg chg="addSp delSp modSp mod modClrScheme delDesignElem chgLayout">
        <pc:chgData name="Laith Abuhannun" userId="S::laith.h.abuhannun-1@student.uts.edu.au::9bef0c4b-bcd9-4e72-96c9-429cf54f0c13" providerId="AD" clId="Web-{3703A589-3BD3-09FC-4A63-E360CFE75821}" dt="2025-05-26T08:43:37.930" v="11"/>
        <pc:sldMkLst>
          <pc:docMk/>
          <pc:sldMk cId="3175028924" sldId="275"/>
        </pc:sldMkLst>
        <pc:spChg chg="mod ord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3175028924" sldId="275"/>
            <ac:spMk id="2" creationId="{B5613B6A-6F56-DBF1-18FA-BAB876B0B4D8}"/>
          </ac:spMkLst>
        </pc:spChg>
        <pc:spChg chg="add del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3175028924" sldId="275"/>
            <ac:spMk id="8" creationId="{9B7AD9F6-8CE7-4299-8FC6-328F4DCD3FF9}"/>
          </ac:spMkLst>
        </pc:spChg>
        <pc:spChg chg="add del">
          <ac:chgData name="Laith Abuhannun" userId="S::laith.h.abuhannun-1@student.uts.edu.au::9bef0c4b-bcd9-4e72-96c9-429cf54f0c13" providerId="AD" clId="Web-{3703A589-3BD3-09FC-4A63-E360CFE75821}" dt="2025-05-26T08:43:37.930" v="11"/>
          <ac:spMkLst>
            <pc:docMk/>
            <pc:sldMk cId="3175028924" sldId="275"/>
            <ac:spMk id="10" creationId="{F49775AF-8896-43EE-92C6-83497D6DC56F}"/>
          </ac:spMkLst>
        </pc:spChg>
      </pc:sldChg>
      <pc:sldChg chg="modSp">
        <pc:chgData name="Laith Abuhannun" userId="S::laith.h.abuhannun-1@student.uts.edu.au::9bef0c4b-bcd9-4e72-96c9-429cf54f0c13" providerId="AD" clId="Web-{3703A589-3BD3-09FC-4A63-E360CFE75821}" dt="2025-05-26T08:50:05.709" v="37" actId="14100"/>
        <pc:sldMkLst>
          <pc:docMk/>
          <pc:sldMk cId="3749786744" sldId="277"/>
        </pc:sldMkLst>
        <pc:picChg chg="mod">
          <ac:chgData name="Laith Abuhannun" userId="S::laith.h.abuhannun-1@student.uts.edu.au::9bef0c4b-bcd9-4e72-96c9-429cf54f0c13" providerId="AD" clId="Web-{3703A589-3BD3-09FC-4A63-E360CFE75821}" dt="2025-05-26T08:50:05.709" v="37" actId="14100"/>
          <ac:picMkLst>
            <pc:docMk/>
            <pc:sldMk cId="3749786744" sldId="277"/>
            <ac:picMk id="4" creationId="{42831598-1762-3002-617C-C3E53FACBBF1}"/>
          </ac:picMkLst>
        </pc:picChg>
      </pc:sldChg>
      <pc:sldMasterChg chg="add del addSldLayout delSldLayout">
        <pc:chgData name="Laith Abuhannun" userId="S::laith.h.abuhannun-1@student.uts.edu.au::9bef0c4b-bcd9-4e72-96c9-429cf54f0c13" providerId="AD" clId="Web-{3703A589-3BD3-09FC-4A63-E360CFE75821}" dt="2025-05-26T08:43:37.930" v="11"/>
        <pc:sldMasterMkLst>
          <pc:docMk/>
          <pc:sldMasterMk cId="4110416452" sldId="2147483648"/>
        </pc:sldMasterMkLst>
        <pc:sldLayoutChg chg="add del">
          <pc:chgData name="Laith Abuhannun" userId="S::laith.h.abuhannun-1@student.uts.edu.au::9bef0c4b-bcd9-4e72-96c9-429cf54f0c13" providerId="AD" clId="Web-{3703A589-3BD3-09FC-4A63-E360CFE75821}" dt="2025-05-26T08:43:37.930" v="11"/>
          <pc:sldLayoutMkLst>
            <pc:docMk/>
            <pc:sldMasterMk cId="4110416452" sldId="2147483648"/>
            <pc:sldLayoutMk cId="3940133314" sldId="2147483649"/>
          </pc:sldLayoutMkLst>
        </pc:sldLayoutChg>
        <pc:sldLayoutChg chg="add del">
          <pc:chgData name="Laith Abuhannun" userId="S::laith.h.abuhannun-1@student.uts.edu.au::9bef0c4b-bcd9-4e72-96c9-429cf54f0c13" providerId="AD" clId="Web-{3703A589-3BD3-09FC-4A63-E360CFE75821}" dt="2025-05-26T08:43:37.930" v="11"/>
          <pc:sldLayoutMkLst>
            <pc:docMk/>
            <pc:sldMasterMk cId="4110416452" sldId="2147483648"/>
            <pc:sldLayoutMk cId="723732031" sldId="2147483650"/>
          </pc:sldLayoutMkLst>
        </pc:sldLayoutChg>
        <pc:sldLayoutChg chg="add del">
          <pc:chgData name="Laith Abuhannun" userId="S::laith.h.abuhannun-1@student.uts.edu.au::9bef0c4b-bcd9-4e72-96c9-429cf54f0c13" providerId="AD" clId="Web-{3703A589-3BD3-09FC-4A63-E360CFE75821}" dt="2025-05-26T08:43:37.930" v="11"/>
          <pc:sldLayoutMkLst>
            <pc:docMk/>
            <pc:sldMasterMk cId="4110416452" sldId="2147483648"/>
            <pc:sldLayoutMk cId="79364245" sldId="2147483651"/>
          </pc:sldLayoutMkLst>
        </pc:sldLayoutChg>
        <pc:sldLayoutChg chg="add del">
          <pc:chgData name="Laith Abuhannun" userId="S::laith.h.abuhannun-1@student.uts.edu.au::9bef0c4b-bcd9-4e72-96c9-429cf54f0c13" providerId="AD" clId="Web-{3703A589-3BD3-09FC-4A63-E360CFE75821}" dt="2025-05-26T08:43:37.930" v="11"/>
          <pc:sldLayoutMkLst>
            <pc:docMk/>
            <pc:sldMasterMk cId="4110416452" sldId="2147483648"/>
            <pc:sldLayoutMk cId="2405631589" sldId="2147483652"/>
          </pc:sldLayoutMkLst>
        </pc:sldLayoutChg>
        <pc:sldLayoutChg chg="add del">
          <pc:chgData name="Laith Abuhannun" userId="S::laith.h.abuhannun-1@student.uts.edu.au::9bef0c4b-bcd9-4e72-96c9-429cf54f0c13" providerId="AD" clId="Web-{3703A589-3BD3-09FC-4A63-E360CFE75821}" dt="2025-05-26T08:43:37.930" v="11"/>
          <pc:sldLayoutMkLst>
            <pc:docMk/>
            <pc:sldMasterMk cId="4110416452" sldId="2147483648"/>
            <pc:sldLayoutMk cId="3563184870" sldId="2147483653"/>
          </pc:sldLayoutMkLst>
        </pc:sldLayoutChg>
        <pc:sldLayoutChg chg="add del">
          <pc:chgData name="Laith Abuhannun" userId="S::laith.h.abuhannun-1@student.uts.edu.au::9bef0c4b-bcd9-4e72-96c9-429cf54f0c13" providerId="AD" clId="Web-{3703A589-3BD3-09FC-4A63-E360CFE75821}" dt="2025-05-26T08:43:37.930" v="11"/>
          <pc:sldLayoutMkLst>
            <pc:docMk/>
            <pc:sldMasterMk cId="4110416452" sldId="2147483648"/>
            <pc:sldLayoutMk cId="1843831344" sldId="2147483654"/>
          </pc:sldLayoutMkLst>
        </pc:sldLayoutChg>
        <pc:sldLayoutChg chg="add del">
          <pc:chgData name="Laith Abuhannun" userId="S::laith.h.abuhannun-1@student.uts.edu.au::9bef0c4b-bcd9-4e72-96c9-429cf54f0c13" providerId="AD" clId="Web-{3703A589-3BD3-09FC-4A63-E360CFE75821}" dt="2025-05-26T08:43:37.930" v="11"/>
          <pc:sldLayoutMkLst>
            <pc:docMk/>
            <pc:sldMasterMk cId="4110416452" sldId="2147483648"/>
            <pc:sldLayoutMk cId="1289751329" sldId="2147483655"/>
          </pc:sldLayoutMkLst>
        </pc:sldLayoutChg>
        <pc:sldLayoutChg chg="add del">
          <pc:chgData name="Laith Abuhannun" userId="S::laith.h.abuhannun-1@student.uts.edu.au::9bef0c4b-bcd9-4e72-96c9-429cf54f0c13" providerId="AD" clId="Web-{3703A589-3BD3-09FC-4A63-E360CFE75821}" dt="2025-05-26T08:43:37.930" v="11"/>
          <pc:sldLayoutMkLst>
            <pc:docMk/>
            <pc:sldMasterMk cId="4110416452" sldId="2147483648"/>
            <pc:sldLayoutMk cId="2372140421" sldId="2147483656"/>
          </pc:sldLayoutMkLst>
        </pc:sldLayoutChg>
        <pc:sldLayoutChg chg="add del">
          <pc:chgData name="Laith Abuhannun" userId="S::laith.h.abuhannun-1@student.uts.edu.au::9bef0c4b-bcd9-4e72-96c9-429cf54f0c13" providerId="AD" clId="Web-{3703A589-3BD3-09FC-4A63-E360CFE75821}" dt="2025-05-26T08:43:37.930" v="11"/>
          <pc:sldLayoutMkLst>
            <pc:docMk/>
            <pc:sldMasterMk cId="4110416452" sldId="2147483648"/>
            <pc:sldLayoutMk cId="866379785" sldId="2147483657"/>
          </pc:sldLayoutMkLst>
        </pc:sldLayoutChg>
        <pc:sldLayoutChg chg="add del">
          <pc:chgData name="Laith Abuhannun" userId="S::laith.h.abuhannun-1@student.uts.edu.au::9bef0c4b-bcd9-4e72-96c9-429cf54f0c13" providerId="AD" clId="Web-{3703A589-3BD3-09FC-4A63-E360CFE75821}" dt="2025-05-26T08:43:37.930" v="11"/>
          <pc:sldLayoutMkLst>
            <pc:docMk/>
            <pc:sldMasterMk cId="4110416452" sldId="2147483648"/>
            <pc:sldLayoutMk cId="1367661239" sldId="2147483658"/>
          </pc:sldLayoutMkLst>
        </pc:sldLayoutChg>
        <pc:sldLayoutChg chg="add del">
          <pc:chgData name="Laith Abuhannun" userId="S::laith.h.abuhannun-1@student.uts.edu.au::9bef0c4b-bcd9-4e72-96c9-429cf54f0c13" providerId="AD" clId="Web-{3703A589-3BD3-09FC-4A63-E360CFE75821}" dt="2025-05-26T08:43:37.930" v="11"/>
          <pc:sldLayoutMkLst>
            <pc:docMk/>
            <pc:sldMasterMk cId="4110416452" sldId="2147483648"/>
            <pc:sldLayoutMk cId="2934475385" sldId="2147483659"/>
          </pc:sldLayoutMkLst>
        </pc:sldLayoutChg>
      </pc:sldMasterChg>
      <pc:sldMasterChg chg="add del addSldLayout delSldLayout modSldLayout">
        <pc:chgData name="Laith Abuhannun" userId="S::laith.h.abuhannun-1@student.uts.edu.au::9bef0c4b-bcd9-4e72-96c9-429cf54f0c13" providerId="AD" clId="Web-{3703A589-3BD3-09FC-4A63-E360CFE75821}" dt="2025-05-26T08:43:37.930" v="11"/>
        <pc:sldMasterMkLst>
          <pc:docMk/>
          <pc:sldMasterMk cId="570925213" sldId="2147483660"/>
        </pc:sldMasterMkLst>
        <pc:sldLayoutChg chg="add del mod replId">
          <pc:chgData name="Laith Abuhannun" userId="S::laith.h.abuhannun-1@student.uts.edu.au::9bef0c4b-bcd9-4e72-96c9-429cf54f0c13" providerId="AD" clId="Web-{3703A589-3BD3-09FC-4A63-E360CFE75821}" dt="2025-05-26T08:43:37.930" v="11"/>
          <pc:sldLayoutMkLst>
            <pc:docMk/>
            <pc:sldMasterMk cId="570925213" sldId="2147483660"/>
            <pc:sldLayoutMk cId="171574958" sldId="2147483661"/>
          </pc:sldLayoutMkLst>
        </pc:sldLayoutChg>
        <pc:sldLayoutChg chg="add del mod replId">
          <pc:chgData name="Laith Abuhannun" userId="S::laith.h.abuhannun-1@student.uts.edu.au::9bef0c4b-bcd9-4e72-96c9-429cf54f0c13" providerId="AD" clId="Web-{3703A589-3BD3-09FC-4A63-E360CFE75821}" dt="2025-05-26T08:43:37.930" v="11"/>
          <pc:sldLayoutMkLst>
            <pc:docMk/>
            <pc:sldMasterMk cId="570925213" sldId="2147483660"/>
            <pc:sldLayoutMk cId="4102889070" sldId="2147483662"/>
          </pc:sldLayoutMkLst>
        </pc:sldLayoutChg>
        <pc:sldLayoutChg chg="add del mod replId">
          <pc:chgData name="Laith Abuhannun" userId="S::laith.h.abuhannun-1@student.uts.edu.au::9bef0c4b-bcd9-4e72-96c9-429cf54f0c13" providerId="AD" clId="Web-{3703A589-3BD3-09FC-4A63-E360CFE75821}" dt="2025-05-26T08:43:37.930" v="11"/>
          <pc:sldLayoutMkLst>
            <pc:docMk/>
            <pc:sldMasterMk cId="570925213" sldId="2147483660"/>
            <pc:sldLayoutMk cId="2786393360" sldId="2147483663"/>
          </pc:sldLayoutMkLst>
        </pc:sldLayoutChg>
        <pc:sldLayoutChg chg="add del mod replId">
          <pc:chgData name="Laith Abuhannun" userId="S::laith.h.abuhannun-1@student.uts.edu.au::9bef0c4b-bcd9-4e72-96c9-429cf54f0c13" providerId="AD" clId="Web-{3703A589-3BD3-09FC-4A63-E360CFE75821}" dt="2025-05-26T08:43:37.930" v="11"/>
          <pc:sldLayoutMkLst>
            <pc:docMk/>
            <pc:sldMasterMk cId="570925213" sldId="2147483660"/>
            <pc:sldLayoutMk cId="3901770218" sldId="2147483664"/>
          </pc:sldLayoutMkLst>
        </pc:sldLayoutChg>
        <pc:sldLayoutChg chg="add del mod replId">
          <pc:chgData name="Laith Abuhannun" userId="S::laith.h.abuhannun-1@student.uts.edu.au::9bef0c4b-bcd9-4e72-96c9-429cf54f0c13" providerId="AD" clId="Web-{3703A589-3BD3-09FC-4A63-E360CFE75821}" dt="2025-05-26T08:43:37.930" v="11"/>
          <pc:sldLayoutMkLst>
            <pc:docMk/>
            <pc:sldMasterMk cId="570925213" sldId="2147483660"/>
            <pc:sldLayoutMk cId="3039192425" sldId="2147483665"/>
          </pc:sldLayoutMkLst>
        </pc:sldLayoutChg>
        <pc:sldLayoutChg chg="add del mod replId">
          <pc:chgData name="Laith Abuhannun" userId="S::laith.h.abuhannun-1@student.uts.edu.au::9bef0c4b-bcd9-4e72-96c9-429cf54f0c13" providerId="AD" clId="Web-{3703A589-3BD3-09FC-4A63-E360CFE75821}" dt="2025-05-26T08:43:37.930" v="11"/>
          <pc:sldLayoutMkLst>
            <pc:docMk/>
            <pc:sldMasterMk cId="570925213" sldId="2147483660"/>
            <pc:sldLayoutMk cId="4243898785" sldId="2147483666"/>
          </pc:sldLayoutMkLst>
        </pc:sldLayoutChg>
        <pc:sldLayoutChg chg="add del mod replId">
          <pc:chgData name="Laith Abuhannun" userId="S::laith.h.abuhannun-1@student.uts.edu.au::9bef0c4b-bcd9-4e72-96c9-429cf54f0c13" providerId="AD" clId="Web-{3703A589-3BD3-09FC-4A63-E360CFE75821}" dt="2025-05-26T08:43:37.930" v="11"/>
          <pc:sldLayoutMkLst>
            <pc:docMk/>
            <pc:sldMasterMk cId="570925213" sldId="2147483660"/>
            <pc:sldLayoutMk cId="3822259633" sldId="2147483667"/>
          </pc:sldLayoutMkLst>
        </pc:sldLayoutChg>
        <pc:sldLayoutChg chg="add del mod replId">
          <pc:chgData name="Laith Abuhannun" userId="S::laith.h.abuhannun-1@student.uts.edu.au::9bef0c4b-bcd9-4e72-96c9-429cf54f0c13" providerId="AD" clId="Web-{3703A589-3BD3-09FC-4A63-E360CFE75821}" dt="2025-05-26T08:43:37.930" v="11"/>
          <pc:sldLayoutMkLst>
            <pc:docMk/>
            <pc:sldMasterMk cId="570925213" sldId="2147483660"/>
            <pc:sldLayoutMk cId="3518314202" sldId="2147483668"/>
          </pc:sldLayoutMkLst>
        </pc:sldLayoutChg>
        <pc:sldLayoutChg chg="add del mod replId">
          <pc:chgData name="Laith Abuhannun" userId="S::laith.h.abuhannun-1@student.uts.edu.au::9bef0c4b-bcd9-4e72-96c9-429cf54f0c13" providerId="AD" clId="Web-{3703A589-3BD3-09FC-4A63-E360CFE75821}" dt="2025-05-26T08:43:37.930" v="11"/>
          <pc:sldLayoutMkLst>
            <pc:docMk/>
            <pc:sldMasterMk cId="570925213" sldId="2147483660"/>
            <pc:sldLayoutMk cId="1718154200" sldId="2147483669"/>
          </pc:sldLayoutMkLst>
        </pc:sldLayoutChg>
        <pc:sldLayoutChg chg="add del mod replId">
          <pc:chgData name="Laith Abuhannun" userId="S::laith.h.abuhannun-1@student.uts.edu.au::9bef0c4b-bcd9-4e72-96c9-429cf54f0c13" providerId="AD" clId="Web-{3703A589-3BD3-09FC-4A63-E360CFE75821}" dt="2025-05-26T08:43:37.930" v="11"/>
          <pc:sldLayoutMkLst>
            <pc:docMk/>
            <pc:sldMasterMk cId="570925213" sldId="2147483660"/>
            <pc:sldLayoutMk cId="3148912629" sldId="2147483670"/>
          </pc:sldLayoutMkLst>
        </pc:sldLayoutChg>
        <pc:sldLayoutChg chg="add del mod replId">
          <pc:chgData name="Laith Abuhannun" userId="S::laith.h.abuhannun-1@student.uts.edu.au::9bef0c4b-bcd9-4e72-96c9-429cf54f0c13" providerId="AD" clId="Web-{3703A589-3BD3-09FC-4A63-E360CFE75821}" dt="2025-05-26T08:43:37.930" v="11"/>
          <pc:sldLayoutMkLst>
            <pc:docMk/>
            <pc:sldMasterMk cId="570925213" sldId="2147483660"/>
            <pc:sldLayoutMk cId="1419551560" sldId="2147483671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0E8311-A832-458E-B844-9BA09BA9BBA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946F54B-B2C3-4021-B873-100889B0DB05}">
      <dgm:prSet/>
      <dgm:spPr/>
      <dgm:t>
        <a:bodyPr/>
        <a:lstStyle/>
        <a:p>
          <a:r>
            <a:rPr lang="en-US" b="1"/>
            <a:t>Time-Consuming Manual Entry</a:t>
          </a:r>
          <a:endParaRPr lang="en-US"/>
        </a:p>
      </dgm:t>
    </dgm:pt>
    <dgm:pt modelId="{ED532DC1-97B3-46C3-AFEE-9822F6B81E96}" type="parTrans" cxnId="{A35D175E-3491-4A44-AE24-F6A9D259581D}">
      <dgm:prSet/>
      <dgm:spPr/>
      <dgm:t>
        <a:bodyPr/>
        <a:lstStyle/>
        <a:p>
          <a:endParaRPr lang="en-US"/>
        </a:p>
      </dgm:t>
    </dgm:pt>
    <dgm:pt modelId="{20D31252-59ED-4B7B-8571-B40571C42441}" type="sibTrans" cxnId="{A35D175E-3491-4A44-AE24-F6A9D259581D}">
      <dgm:prSet/>
      <dgm:spPr/>
      <dgm:t>
        <a:bodyPr/>
        <a:lstStyle/>
        <a:p>
          <a:endParaRPr lang="en-US"/>
        </a:p>
      </dgm:t>
    </dgm:pt>
    <dgm:pt modelId="{870F4105-EC8E-4D54-966E-B58DA087DA04}">
      <dgm:prSet/>
      <dgm:spPr/>
      <dgm:t>
        <a:bodyPr/>
        <a:lstStyle/>
        <a:p>
          <a:r>
            <a:rPr lang="en-US" b="1"/>
            <a:t>Prone to Errors</a:t>
          </a:r>
          <a:endParaRPr lang="en-US"/>
        </a:p>
      </dgm:t>
    </dgm:pt>
    <dgm:pt modelId="{73F5C476-F655-4D48-8826-E84503BB5D19}" type="parTrans" cxnId="{43926043-2ADA-4EBC-B7A5-31422C4060B7}">
      <dgm:prSet/>
      <dgm:spPr/>
      <dgm:t>
        <a:bodyPr/>
        <a:lstStyle/>
        <a:p>
          <a:endParaRPr lang="en-US"/>
        </a:p>
      </dgm:t>
    </dgm:pt>
    <dgm:pt modelId="{A20EDFCD-A186-4999-B83B-6B2BCB3A350C}" type="sibTrans" cxnId="{43926043-2ADA-4EBC-B7A5-31422C4060B7}">
      <dgm:prSet/>
      <dgm:spPr/>
      <dgm:t>
        <a:bodyPr/>
        <a:lstStyle/>
        <a:p>
          <a:endParaRPr lang="en-US"/>
        </a:p>
      </dgm:t>
    </dgm:pt>
    <dgm:pt modelId="{EBF01571-2260-4F0E-808C-358033D7092A}">
      <dgm:prSet/>
      <dgm:spPr/>
      <dgm:t>
        <a:bodyPr/>
        <a:lstStyle/>
        <a:p>
          <a:r>
            <a:rPr lang="en-US" b="1"/>
            <a:t>Physical Clutter &amp; Loss Risk</a:t>
          </a:r>
          <a:endParaRPr lang="en-US"/>
        </a:p>
      </dgm:t>
    </dgm:pt>
    <dgm:pt modelId="{0C072460-4461-4443-8023-C2343AB16531}" type="parTrans" cxnId="{986E3218-5541-4425-836D-68BFECC6BF5B}">
      <dgm:prSet/>
      <dgm:spPr/>
      <dgm:t>
        <a:bodyPr/>
        <a:lstStyle/>
        <a:p>
          <a:endParaRPr lang="en-US"/>
        </a:p>
      </dgm:t>
    </dgm:pt>
    <dgm:pt modelId="{BBD8085F-BBDF-4D4A-A20E-3A34798A8CB0}" type="sibTrans" cxnId="{986E3218-5541-4425-836D-68BFECC6BF5B}">
      <dgm:prSet/>
      <dgm:spPr/>
      <dgm:t>
        <a:bodyPr/>
        <a:lstStyle/>
        <a:p>
          <a:endParaRPr lang="en-US"/>
        </a:p>
      </dgm:t>
    </dgm:pt>
    <dgm:pt modelId="{30C44317-AE4C-4926-A1DB-A6D3EA24D00B}">
      <dgm:prSet/>
      <dgm:spPr/>
      <dgm:t>
        <a:bodyPr/>
        <a:lstStyle/>
        <a:p>
          <a:r>
            <a:rPr lang="en-US" b="1"/>
            <a:t>Limited Accessibility</a:t>
          </a:r>
          <a:endParaRPr lang="en-US"/>
        </a:p>
      </dgm:t>
    </dgm:pt>
    <dgm:pt modelId="{26CFDCC4-18BF-4E2D-B65B-EFFFBF9ADAA1}" type="parTrans" cxnId="{AD70A8BA-9F97-433F-A2C8-13796C4A1CE4}">
      <dgm:prSet/>
      <dgm:spPr/>
      <dgm:t>
        <a:bodyPr/>
        <a:lstStyle/>
        <a:p>
          <a:endParaRPr lang="en-US"/>
        </a:p>
      </dgm:t>
    </dgm:pt>
    <dgm:pt modelId="{E8459465-546F-4CA4-B7A7-44F349ED653E}" type="sibTrans" cxnId="{AD70A8BA-9F97-433F-A2C8-13796C4A1CE4}">
      <dgm:prSet/>
      <dgm:spPr/>
      <dgm:t>
        <a:bodyPr/>
        <a:lstStyle/>
        <a:p>
          <a:endParaRPr lang="en-US"/>
        </a:p>
      </dgm:t>
    </dgm:pt>
    <dgm:pt modelId="{340E9F7F-2618-40D0-B987-65DD2D846A96}">
      <dgm:prSet/>
      <dgm:spPr/>
      <dgm:t>
        <a:bodyPr/>
        <a:lstStyle/>
        <a:p>
          <a:r>
            <a:rPr lang="en-US" b="1"/>
            <a:t>Outdated Information</a:t>
          </a:r>
          <a:endParaRPr lang="en-US"/>
        </a:p>
      </dgm:t>
    </dgm:pt>
    <dgm:pt modelId="{5E9926F7-5C6F-4F07-88F8-A5067166002F}" type="parTrans" cxnId="{80FC8F3E-2577-4146-8FE9-74A9029A2B84}">
      <dgm:prSet/>
      <dgm:spPr/>
      <dgm:t>
        <a:bodyPr/>
        <a:lstStyle/>
        <a:p>
          <a:endParaRPr lang="en-US"/>
        </a:p>
      </dgm:t>
    </dgm:pt>
    <dgm:pt modelId="{F901515E-2BCC-4EB6-A2FC-BDA5CA0B55DF}" type="sibTrans" cxnId="{80FC8F3E-2577-4146-8FE9-74A9029A2B84}">
      <dgm:prSet/>
      <dgm:spPr/>
      <dgm:t>
        <a:bodyPr/>
        <a:lstStyle/>
        <a:p>
          <a:endParaRPr lang="en-US"/>
        </a:p>
      </dgm:t>
    </dgm:pt>
    <dgm:pt modelId="{678B5B0E-520C-4503-B3BF-A35E61728FD6}" type="pres">
      <dgm:prSet presAssocID="{800E8311-A832-458E-B844-9BA09BA9BBA6}" presName="linear" presStyleCnt="0">
        <dgm:presLayoutVars>
          <dgm:animLvl val="lvl"/>
          <dgm:resizeHandles val="exact"/>
        </dgm:presLayoutVars>
      </dgm:prSet>
      <dgm:spPr/>
    </dgm:pt>
    <dgm:pt modelId="{3D152E40-BA9A-43D9-8E9F-4B36FA417142}" type="pres">
      <dgm:prSet presAssocID="{D946F54B-B2C3-4021-B873-100889B0DB05}" presName="parentText" presStyleLbl="node1" presStyleIdx="0" presStyleCnt="5" custLinFactNeighborY="27311">
        <dgm:presLayoutVars>
          <dgm:chMax val="0"/>
          <dgm:bulletEnabled val="1"/>
        </dgm:presLayoutVars>
      </dgm:prSet>
      <dgm:spPr/>
    </dgm:pt>
    <dgm:pt modelId="{2935677F-38F8-4501-BA77-1DD730DF3119}" type="pres">
      <dgm:prSet presAssocID="{20D31252-59ED-4B7B-8571-B40571C42441}" presName="spacer" presStyleCnt="0"/>
      <dgm:spPr/>
    </dgm:pt>
    <dgm:pt modelId="{B6C621CA-5729-491F-A328-F951A6B88AE4}" type="pres">
      <dgm:prSet presAssocID="{870F4105-EC8E-4D54-966E-B58DA087DA0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6CE7D11-9BB0-47E9-BBE9-7D1A1E4B631E}" type="pres">
      <dgm:prSet presAssocID="{A20EDFCD-A186-4999-B83B-6B2BCB3A350C}" presName="spacer" presStyleCnt="0"/>
      <dgm:spPr/>
    </dgm:pt>
    <dgm:pt modelId="{A385C433-C074-4A23-B137-F8B26343421A}" type="pres">
      <dgm:prSet presAssocID="{EBF01571-2260-4F0E-808C-358033D7092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DB6B06C-AC77-49C9-9AC7-DA0D677C3CAF}" type="pres">
      <dgm:prSet presAssocID="{BBD8085F-BBDF-4D4A-A20E-3A34798A8CB0}" presName="spacer" presStyleCnt="0"/>
      <dgm:spPr/>
    </dgm:pt>
    <dgm:pt modelId="{63E2E0B4-E131-455E-AA53-2EE2E0872ECD}" type="pres">
      <dgm:prSet presAssocID="{30C44317-AE4C-4926-A1DB-A6D3EA24D00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B57DD7E-C2D7-4266-9FBA-3D9D6F3BACC5}" type="pres">
      <dgm:prSet presAssocID="{E8459465-546F-4CA4-B7A7-44F349ED653E}" presName="spacer" presStyleCnt="0"/>
      <dgm:spPr/>
    </dgm:pt>
    <dgm:pt modelId="{AB70EC08-40EE-4965-9442-9408D9F3A872}" type="pres">
      <dgm:prSet presAssocID="{340E9F7F-2618-40D0-B987-65DD2D846A9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86E3218-5541-4425-836D-68BFECC6BF5B}" srcId="{800E8311-A832-458E-B844-9BA09BA9BBA6}" destId="{EBF01571-2260-4F0E-808C-358033D7092A}" srcOrd="2" destOrd="0" parTransId="{0C072460-4461-4443-8023-C2343AB16531}" sibTransId="{BBD8085F-BBDF-4D4A-A20E-3A34798A8CB0}"/>
    <dgm:cxn modelId="{ABA03C27-2B02-4B09-8DAA-F2EC5FF8A905}" type="presOf" srcId="{30C44317-AE4C-4926-A1DB-A6D3EA24D00B}" destId="{63E2E0B4-E131-455E-AA53-2EE2E0872ECD}" srcOrd="0" destOrd="0" presId="urn:microsoft.com/office/officeart/2005/8/layout/vList2"/>
    <dgm:cxn modelId="{99C95B3B-BFC9-4C04-92B4-E8195B762B0F}" type="presOf" srcId="{EBF01571-2260-4F0E-808C-358033D7092A}" destId="{A385C433-C074-4A23-B137-F8B26343421A}" srcOrd="0" destOrd="0" presId="urn:microsoft.com/office/officeart/2005/8/layout/vList2"/>
    <dgm:cxn modelId="{80FC8F3E-2577-4146-8FE9-74A9029A2B84}" srcId="{800E8311-A832-458E-B844-9BA09BA9BBA6}" destId="{340E9F7F-2618-40D0-B987-65DD2D846A96}" srcOrd="4" destOrd="0" parTransId="{5E9926F7-5C6F-4F07-88F8-A5067166002F}" sibTransId="{F901515E-2BCC-4EB6-A2FC-BDA5CA0B55DF}"/>
    <dgm:cxn modelId="{A35D175E-3491-4A44-AE24-F6A9D259581D}" srcId="{800E8311-A832-458E-B844-9BA09BA9BBA6}" destId="{D946F54B-B2C3-4021-B873-100889B0DB05}" srcOrd="0" destOrd="0" parTransId="{ED532DC1-97B3-46C3-AFEE-9822F6B81E96}" sibTransId="{20D31252-59ED-4B7B-8571-B40571C42441}"/>
    <dgm:cxn modelId="{1396555F-B963-4C40-8103-352DB2F748B5}" type="presOf" srcId="{340E9F7F-2618-40D0-B987-65DD2D846A96}" destId="{AB70EC08-40EE-4965-9442-9408D9F3A872}" srcOrd="0" destOrd="0" presId="urn:microsoft.com/office/officeart/2005/8/layout/vList2"/>
    <dgm:cxn modelId="{43926043-2ADA-4EBC-B7A5-31422C4060B7}" srcId="{800E8311-A832-458E-B844-9BA09BA9BBA6}" destId="{870F4105-EC8E-4D54-966E-B58DA087DA04}" srcOrd="1" destOrd="0" parTransId="{73F5C476-F655-4D48-8826-E84503BB5D19}" sibTransId="{A20EDFCD-A186-4999-B83B-6B2BCB3A350C}"/>
    <dgm:cxn modelId="{A0B71E4B-52FB-4256-932B-00F95D5F8E79}" type="presOf" srcId="{800E8311-A832-458E-B844-9BA09BA9BBA6}" destId="{678B5B0E-520C-4503-B3BF-A35E61728FD6}" srcOrd="0" destOrd="0" presId="urn:microsoft.com/office/officeart/2005/8/layout/vList2"/>
    <dgm:cxn modelId="{AD70A8BA-9F97-433F-A2C8-13796C4A1CE4}" srcId="{800E8311-A832-458E-B844-9BA09BA9BBA6}" destId="{30C44317-AE4C-4926-A1DB-A6D3EA24D00B}" srcOrd="3" destOrd="0" parTransId="{26CFDCC4-18BF-4E2D-B65B-EFFFBF9ADAA1}" sibTransId="{E8459465-546F-4CA4-B7A7-44F349ED653E}"/>
    <dgm:cxn modelId="{180E52C5-E458-4AC5-A943-75D050D5AFD5}" type="presOf" srcId="{D946F54B-B2C3-4021-B873-100889B0DB05}" destId="{3D152E40-BA9A-43D9-8E9F-4B36FA417142}" srcOrd="0" destOrd="0" presId="urn:microsoft.com/office/officeart/2005/8/layout/vList2"/>
    <dgm:cxn modelId="{A7C290E3-9BBE-4A9A-A225-C1DE1B6F545F}" type="presOf" srcId="{870F4105-EC8E-4D54-966E-B58DA087DA04}" destId="{B6C621CA-5729-491F-A328-F951A6B88AE4}" srcOrd="0" destOrd="0" presId="urn:microsoft.com/office/officeart/2005/8/layout/vList2"/>
    <dgm:cxn modelId="{76E1DFE3-7522-425D-B4E6-3C735C7D73FC}" type="presParOf" srcId="{678B5B0E-520C-4503-B3BF-A35E61728FD6}" destId="{3D152E40-BA9A-43D9-8E9F-4B36FA417142}" srcOrd="0" destOrd="0" presId="urn:microsoft.com/office/officeart/2005/8/layout/vList2"/>
    <dgm:cxn modelId="{2494A066-4720-49C9-AF4C-527EEC1DAB53}" type="presParOf" srcId="{678B5B0E-520C-4503-B3BF-A35E61728FD6}" destId="{2935677F-38F8-4501-BA77-1DD730DF3119}" srcOrd="1" destOrd="0" presId="urn:microsoft.com/office/officeart/2005/8/layout/vList2"/>
    <dgm:cxn modelId="{BDB2AF94-49FD-4119-8F1D-4C8286E3B0B5}" type="presParOf" srcId="{678B5B0E-520C-4503-B3BF-A35E61728FD6}" destId="{B6C621CA-5729-491F-A328-F951A6B88AE4}" srcOrd="2" destOrd="0" presId="urn:microsoft.com/office/officeart/2005/8/layout/vList2"/>
    <dgm:cxn modelId="{D7AB5111-90A0-430E-855F-F8B79E49E099}" type="presParOf" srcId="{678B5B0E-520C-4503-B3BF-A35E61728FD6}" destId="{06CE7D11-9BB0-47E9-BBE9-7D1A1E4B631E}" srcOrd="3" destOrd="0" presId="urn:microsoft.com/office/officeart/2005/8/layout/vList2"/>
    <dgm:cxn modelId="{9DF9D070-DF64-4B28-863B-B5DDA9504B7C}" type="presParOf" srcId="{678B5B0E-520C-4503-B3BF-A35E61728FD6}" destId="{A385C433-C074-4A23-B137-F8B26343421A}" srcOrd="4" destOrd="0" presId="urn:microsoft.com/office/officeart/2005/8/layout/vList2"/>
    <dgm:cxn modelId="{3A1004AB-7B8D-4D0B-80BF-8CE7A6A892DF}" type="presParOf" srcId="{678B5B0E-520C-4503-B3BF-A35E61728FD6}" destId="{0DB6B06C-AC77-49C9-9AC7-DA0D677C3CAF}" srcOrd="5" destOrd="0" presId="urn:microsoft.com/office/officeart/2005/8/layout/vList2"/>
    <dgm:cxn modelId="{45106E0B-A0F3-486B-8D17-35543E10F5E2}" type="presParOf" srcId="{678B5B0E-520C-4503-B3BF-A35E61728FD6}" destId="{63E2E0B4-E131-455E-AA53-2EE2E0872ECD}" srcOrd="6" destOrd="0" presId="urn:microsoft.com/office/officeart/2005/8/layout/vList2"/>
    <dgm:cxn modelId="{B566CEC5-1339-4D91-A120-8EC449AA7A89}" type="presParOf" srcId="{678B5B0E-520C-4503-B3BF-A35E61728FD6}" destId="{5B57DD7E-C2D7-4266-9FBA-3D9D6F3BACC5}" srcOrd="7" destOrd="0" presId="urn:microsoft.com/office/officeart/2005/8/layout/vList2"/>
    <dgm:cxn modelId="{48BED7A7-7C2C-433C-BD41-27234EBC5FF2}" type="presParOf" srcId="{678B5B0E-520C-4503-B3BF-A35E61728FD6}" destId="{AB70EC08-40EE-4965-9442-9408D9F3A87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152E40-BA9A-43D9-8E9F-4B36FA417142}">
      <dsp:nvSpPr>
        <dsp:cNvPr id="0" name=""/>
        <dsp:cNvSpPr/>
      </dsp:nvSpPr>
      <dsp:spPr>
        <a:xfrm>
          <a:off x="0" y="20605"/>
          <a:ext cx="5432809" cy="658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Time-Consuming Manual Entry</a:t>
          </a:r>
          <a:endParaRPr lang="en-US" sz="2500" kern="1200"/>
        </a:p>
      </dsp:txBody>
      <dsp:txXfrm>
        <a:off x="32127" y="52732"/>
        <a:ext cx="5368555" cy="593871"/>
      </dsp:txXfrm>
    </dsp:sp>
    <dsp:sp modelId="{B6C621CA-5729-491F-A328-F951A6B88AE4}">
      <dsp:nvSpPr>
        <dsp:cNvPr id="0" name=""/>
        <dsp:cNvSpPr/>
      </dsp:nvSpPr>
      <dsp:spPr>
        <a:xfrm>
          <a:off x="0" y="731067"/>
          <a:ext cx="5432809" cy="658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Prone to Errors</a:t>
          </a:r>
          <a:endParaRPr lang="en-US" sz="2500" kern="1200"/>
        </a:p>
      </dsp:txBody>
      <dsp:txXfrm>
        <a:off x="32127" y="763194"/>
        <a:ext cx="5368555" cy="593871"/>
      </dsp:txXfrm>
    </dsp:sp>
    <dsp:sp modelId="{A385C433-C074-4A23-B137-F8B26343421A}">
      <dsp:nvSpPr>
        <dsp:cNvPr id="0" name=""/>
        <dsp:cNvSpPr/>
      </dsp:nvSpPr>
      <dsp:spPr>
        <a:xfrm>
          <a:off x="0" y="1461192"/>
          <a:ext cx="5432809" cy="658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Physical Clutter &amp; Loss Risk</a:t>
          </a:r>
          <a:endParaRPr lang="en-US" sz="2500" kern="1200"/>
        </a:p>
      </dsp:txBody>
      <dsp:txXfrm>
        <a:off x="32127" y="1493319"/>
        <a:ext cx="5368555" cy="593871"/>
      </dsp:txXfrm>
    </dsp:sp>
    <dsp:sp modelId="{63E2E0B4-E131-455E-AA53-2EE2E0872ECD}">
      <dsp:nvSpPr>
        <dsp:cNvPr id="0" name=""/>
        <dsp:cNvSpPr/>
      </dsp:nvSpPr>
      <dsp:spPr>
        <a:xfrm>
          <a:off x="0" y="2191317"/>
          <a:ext cx="5432809" cy="658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Limited Accessibility</a:t>
          </a:r>
          <a:endParaRPr lang="en-US" sz="2500" kern="1200"/>
        </a:p>
      </dsp:txBody>
      <dsp:txXfrm>
        <a:off x="32127" y="2223444"/>
        <a:ext cx="5368555" cy="593871"/>
      </dsp:txXfrm>
    </dsp:sp>
    <dsp:sp modelId="{AB70EC08-40EE-4965-9442-9408D9F3A872}">
      <dsp:nvSpPr>
        <dsp:cNvPr id="0" name=""/>
        <dsp:cNvSpPr/>
      </dsp:nvSpPr>
      <dsp:spPr>
        <a:xfrm>
          <a:off x="0" y="2921442"/>
          <a:ext cx="5432809" cy="658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Outdated Information</a:t>
          </a:r>
          <a:endParaRPr lang="en-US" sz="2500" kern="1200"/>
        </a:p>
      </dsp:txBody>
      <dsp:txXfrm>
        <a:off x="32127" y="2953569"/>
        <a:ext cx="5368555" cy="5938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AD4A6C-3392-B577-630C-404FBD8FBB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877E4B8-11F8-F483-CBF9-EBF5E3D8D5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3EB465-1F7C-2C6B-1ED1-6E525E345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2209-B094-4330-975D-C09E4FB1E231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985ED2-98E1-83ED-D690-9F0BDEF0A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E9DEC5-D3F8-492C-C0A4-910F03ECE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F2BAB-3CAB-470B-99A7-822A435466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0133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577525-F4D4-870C-959F-BE8CC1F36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9B3218-404A-CA5C-4E37-6DC373D28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A5154C-BD08-22DF-EC3B-2AA34D1E8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2209-B094-4330-975D-C09E4FB1E231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107EF0-60E3-974F-A26E-B0F4D71CD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D98254-8DDB-B9ED-4489-CA9B7B42F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F2BAB-3CAB-470B-99A7-822A435466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3732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988094-5771-5A50-95E9-4D492B239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AEA155-E168-9813-AF6F-3D81D9520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12DD5F-1A63-01D9-2511-74791EB89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2209-B094-4330-975D-C09E4FB1E231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A32704-13E5-9E5A-2854-AB09AE9DE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FED2AC-CEEC-0974-65CB-5E823A6D0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F2BAB-3CAB-470B-99A7-822A435466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64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28BC62-22B8-091E-B1B6-D81E45186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12265F-44E3-A977-B19E-636975D27E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112345-81FD-73E0-A399-EF72291A6A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89C2ED-A908-CFFF-BFEC-291731242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2209-B094-4330-975D-C09E4FB1E231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D795F5-26C7-0523-6265-7FF93AF96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F53362-6AAC-361C-AE9A-6DBB64E89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F2BAB-3CAB-470B-99A7-822A435466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5631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6F1821-C8E1-D9F9-E7D4-3171B07F6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23F521-277F-3852-D7AC-B63FB5731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40DBE0-C060-6B92-FDBB-0F1F10F992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DC07B3A-44C0-7FB0-9F91-98448F8569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222252D-3A4A-9C30-4668-0DAE66A629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A25978D-12F9-8178-301C-7481E151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2209-B094-4330-975D-C09E4FB1E231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E1B0565-7BF9-2B39-E8E9-71764DFE6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5C13343-95EA-BDBE-ED48-30EA76F87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F2BAB-3CAB-470B-99A7-822A435466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3184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27C21D-DE34-B9D1-4E02-ED64D4EE0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CD0C32F-FE58-0034-7BC7-133CE2C04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2209-B094-4330-975D-C09E4FB1E231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C8C4756-1E0D-B702-AB1E-7597BD149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45760B2-4857-FFBD-A76B-CA73A3414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F2BAB-3CAB-470B-99A7-822A435466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831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D0FF789-67EB-12A5-1861-8ACCA2B37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2209-B094-4330-975D-C09E4FB1E231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1BEADD0-0573-B452-8A7E-B8176012B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8D1692-A1D6-4838-A53E-A4F62629D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F2BAB-3CAB-470B-99A7-822A435466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9751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AD65D4-6400-2C2B-8698-017FDDE1D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CCE28B-8963-9E67-D278-AC874A06A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D147CF4-B77F-6D2A-0EE9-E02EE6A438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5D075F-693C-37F1-5F3B-D44C1D128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2209-B094-4330-975D-C09E4FB1E231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25C9A1-F53B-181D-9E15-3C1B24F2F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D9E625-3801-385C-D076-C9CF1E9FA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F2BAB-3CAB-470B-99A7-822A435466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2140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352C3E-7084-DC67-BEA3-B7517F929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252C907-F1F8-29B7-ED16-F9A027895C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1BFDFF-3EE9-969F-DF9D-0B9B34E883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9B5EC9-9A79-67AE-7B2C-515EE1053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2209-B094-4330-975D-C09E4FB1E231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BA5BAA-3504-7DE5-90F5-C70C5E2F3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C4A818-1B36-1F0E-21A1-207EB8164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F2BAB-3CAB-470B-99A7-822A435466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6379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78AA43-E8FA-68D2-5BAB-31BC8A0E8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BE2BA3D-FC51-1A8D-C804-B86D54BBF7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AD47A0-A6F9-0EFF-F2D4-A364B3982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2209-B094-4330-975D-C09E4FB1E231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EA9069-53B6-003B-7376-0B03D7415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49AE3A-F7A2-F4BB-941D-894754B2E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F2BAB-3CAB-470B-99A7-822A435466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661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FD7C7FA-9EF5-AC6F-47E3-5256E03C80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281A78-70C5-1B65-6153-35852BC6E7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A03914-96FC-9CC8-0B4E-BDF9CE804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2209-B094-4330-975D-C09E4FB1E231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890DA8-E198-B591-1F2A-997FFECDC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074074-D392-4C37-5E07-8BA6AE45D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F2BAB-3CAB-470B-99A7-822A435466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4475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F6E10D2-1552-D2E0-DF29-6002FBFC4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B27D68-8FA3-60F0-2027-38FC09053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C98E0F-BC1C-C81B-1C85-BA42E34AE0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AF2209-B094-4330-975D-C09E4FB1E231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1511A1-6335-0E37-2874-7BA06E839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38CB9A-35D1-5D37-6B04-BA5677A695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FF2BAB-3CAB-470B-99A7-822A435466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0416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2E7CC5-C78B-4EBD-9565-3FA00FAA6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图片 4" descr="图标&#10;&#10;AI 生成的内容可能不正确。">
            <a:extLst>
              <a:ext uri="{FF2B5EF4-FFF2-40B4-BE49-F238E27FC236}">
                <a16:creationId xmlns:a16="http://schemas.microsoft.com/office/drawing/2014/main" id="{497D94C4-A3E4-3580-F077-51849B951F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88" y="1769783"/>
            <a:ext cx="3368969" cy="3318434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A4529A5-F675-429F-8044-01372BB13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3D3C9F3-2797-552C-3558-6474DC486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22061" y="762538"/>
            <a:ext cx="5649349" cy="3199862"/>
          </a:xfrm>
        </p:spPr>
        <p:txBody>
          <a:bodyPr anchor="b">
            <a:normAutofit/>
          </a:bodyPr>
          <a:lstStyle/>
          <a:p>
            <a:pPr algn="l"/>
            <a:r>
              <a:rPr lang="en-US" altLang="zh-CN" sz="6600">
                <a:solidFill>
                  <a:srgbClr val="FFFFFF"/>
                </a:solidFill>
              </a:rPr>
              <a:t>BCR</a:t>
            </a:r>
            <a:br>
              <a:rPr lang="en-US" altLang="zh-CN" sz="6600">
                <a:solidFill>
                  <a:srgbClr val="FFFFFF"/>
                </a:solidFill>
              </a:rPr>
            </a:br>
            <a:r>
              <a:rPr lang="en-US" altLang="zh-CN" sz="6600">
                <a:solidFill>
                  <a:srgbClr val="FFFFFF"/>
                </a:solidFill>
              </a:rPr>
              <a:t>Business Card Reader</a:t>
            </a:r>
            <a:endParaRPr lang="zh-CN" altLang="en-US" sz="6600">
              <a:solidFill>
                <a:srgbClr val="FFFFFF"/>
              </a:solidFill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531B785-7826-E5C2-9687-AB753620F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22061" y="4312561"/>
            <a:ext cx="5649349" cy="1687815"/>
          </a:xfrm>
        </p:spPr>
        <p:txBody>
          <a:bodyPr anchor="t">
            <a:normAutofit/>
          </a:bodyPr>
          <a:lstStyle/>
          <a:p>
            <a:pPr algn="l"/>
            <a:r>
              <a:rPr lang="en-US" altLang="zh-CN" sz="1500">
                <a:solidFill>
                  <a:srgbClr val="FFFFFF"/>
                </a:solidFill>
              </a:rPr>
              <a:t>Made by Easy Money Team</a:t>
            </a:r>
          </a:p>
          <a:p>
            <a:pPr algn="l"/>
            <a:r>
              <a:rPr lang="en-US" altLang="zh-CN" sz="1500">
                <a:solidFill>
                  <a:srgbClr val="FFFFFF"/>
                </a:solidFill>
              </a:rPr>
              <a:t>Team member:</a:t>
            </a:r>
          </a:p>
          <a:p>
            <a:pPr algn="l"/>
            <a:r>
              <a:rPr lang="en-US" altLang="zh-CN" sz="1500">
                <a:solidFill>
                  <a:srgbClr val="FFFFFF"/>
                </a:solidFill>
              </a:rPr>
              <a:t>Laith Abuhannun </a:t>
            </a:r>
          </a:p>
          <a:p>
            <a:pPr algn="l"/>
            <a:r>
              <a:rPr lang="en-US" altLang="zh-CN" sz="1500">
                <a:solidFill>
                  <a:srgbClr val="FFFFFF"/>
                </a:solidFill>
              </a:rPr>
              <a:t>Phyo Zay Thit Andrew Chen </a:t>
            </a:r>
          </a:p>
          <a:p>
            <a:pPr algn="l"/>
            <a:r>
              <a:rPr lang="en-US" altLang="zh-CN" sz="1500">
                <a:solidFill>
                  <a:srgbClr val="FFFFFF"/>
                </a:solidFill>
              </a:rPr>
              <a:t>Zhengyi Duan </a:t>
            </a:r>
            <a:endParaRPr lang="zh-CN" altLang="en-US" sz="1500">
              <a:solidFill>
                <a:srgbClr val="FFFFFF"/>
              </a:solidFill>
            </a:endParaRP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3DAB858-5A0C-4AFF-AAC6-705EDF8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17682" y="4043302"/>
            <a:ext cx="5303520" cy="18288"/>
          </a:xfrm>
          <a:custGeom>
            <a:avLst/>
            <a:gdLst>
              <a:gd name="connsiteX0" fmla="*/ 0 w 5303520"/>
              <a:gd name="connsiteY0" fmla="*/ 0 h 18288"/>
              <a:gd name="connsiteX1" fmla="*/ 556870 w 5303520"/>
              <a:gd name="connsiteY1" fmla="*/ 0 h 18288"/>
              <a:gd name="connsiteX2" fmla="*/ 1272845 w 5303520"/>
              <a:gd name="connsiteY2" fmla="*/ 0 h 18288"/>
              <a:gd name="connsiteX3" fmla="*/ 1882750 w 5303520"/>
              <a:gd name="connsiteY3" fmla="*/ 0 h 18288"/>
              <a:gd name="connsiteX4" fmla="*/ 2439619 w 5303520"/>
              <a:gd name="connsiteY4" fmla="*/ 0 h 18288"/>
              <a:gd name="connsiteX5" fmla="*/ 3155594 w 5303520"/>
              <a:gd name="connsiteY5" fmla="*/ 0 h 18288"/>
              <a:gd name="connsiteX6" fmla="*/ 3818534 w 5303520"/>
              <a:gd name="connsiteY6" fmla="*/ 0 h 18288"/>
              <a:gd name="connsiteX7" fmla="*/ 4481474 w 5303520"/>
              <a:gd name="connsiteY7" fmla="*/ 0 h 18288"/>
              <a:gd name="connsiteX8" fmla="*/ 5303520 w 5303520"/>
              <a:gd name="connsiteY8" fmla="*/ 0 h 18288"/>
              <a:gd name="connsiteX9" fmla="*/ 5303520 w 5303520"/>
              <a:gd name="connsiteY9" fmla="*/ 18288 h 18288"/>
              <a:gd name="connsiteX10" fmla="*/ 4746650 w 5303520"/>
              <a:gd name="connsiteY10" fmla="*/ 18288 h 18288"/>
              <a:gd name="connsiteX11" fmla="*/ 4242816 w 5303520"/>
              <a:gd name="connsiteY11" fmla="*/ 18288 h 18288"/>
              <a:gd name="connsiteX12" fmla="*/ 3526841 w 5303520"/>
              <a:gd name="connsiteY12" fmla="*/ 18288 h 18288"/>
              <a:gd name="connsiteX13" fmla="*/ 2969971 w 5303520"/>
              <a:gd name="connsiteY13" fmla="*/ 18288 h 18288"/>
              <a:gd name="connsiteX14" fmla="*/ 2253996 w 5303520"/>
              <a:gd name="connsiteY14" fmla="*/ 18288 h 18288"/>
              <a:gd name="connsiteX15" fmla="*/ 1484986 w 5303520"/>
              <a:gd name="connsiteY15" fmla="*/ 18288 h 18288"/>
              <a:gd name="connsiteX16" fmla="*/ 875081 w 5303520"/>
              <a:gd name="connsiteY16" fmla="*/ 18288 h 18288"/>
              <a:gd name="connsiteX17" fmla="*/ 0 w 5303520"/>
              <a:gd name="connsiteY17" fmla="*/ 18288 h 18288"/>
              <a:gd name="connsiteX18" fmla="*/ 0 w 530352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303520" h="18288" fill="none" extrusionOk="0">
                <a:moveTo>
                  <a:pt x="0" y="0"/>
                </a:moveTo>
                <a:cubicBezTo>
                  <a:pt x="191807" y="-19560"/>
                  <a:pt x="373092" y="14032"/>
                  <a:pt x="556870" y="0"/>
                </a:cubicBezTo>
                <a:cubicBezTo>
                  <a:pt x="740648" y="-14032"/>
                  <a:pt x="1109645" y="5886"/>
                  <a:pt x="1272845" y="0"/>
                </a:cubicBezTo>
                <a:cubicBezTo>
                  <a:pt x="1436045" y="-5886"/>
                  <a:pt x="1723352" y="-21940"/>
                  <a:pt x="1882750" y="0"/>
                </a:cubicBezTo>
                <a:cubicBezTo>
                  <a:pt x="2042148" y="21940"/>
                  <a:pt x="2308812" y="-23394"/>
                  <a:pt x="2439619" y="0"/>
                </a:cubicBezTo>
                <a:cubicBezTo>
                  <a:pt x="2570426" y="23394"/>
                  <a:pt x="2936980" y="-3315"/>
                  <a:pt x="3155594" y="0"/>
                </a:cubicBezTo>
                <a:cubicBezTo>
                  <a:pt x="3374208" y="3315"/>
                  <a:pt x="3528026" y="24519"/>
                  <a:pt x="3818534" y="0"/>
                </a:cubicBezTo>
                <a:cubicBezTo>
                  <a:pt x="4109042" y="-24519"/>
                  <a:pt x="4161759" y="-18720"/>
                  <a:pt x="4481474" y="0"/>
                </a:cubicBezTo>
                <a:cubicBezTo>
                  <a:pt x="4801189" y="18720"/>
                  <a:pt x="5011126" y="27308"/>
                  <a:pt x="5303520" y="0"/>
                </a:cubicBezTo>
                <a:cubicBezTo>
                  <a:pt x="5304050" y="6954"/>
                  <a:pt x="5304254" y="12839"/>
                  <a:pt x="5303520" y="18288"/>
                </a:cubicBezTo>
                <a:cubicBezTo>
                  <a:pt x="5132450" y="501"/>
                  <a:pt x="4953391" y="18714"/>
                  <a:pt x="4746650" y="18288"/>
                </a:cubicBezTo>
                <a:cubicBezTo>
                  <a:pt x="4539909" y="17863"/>
                  <a:pt x="4361261" y="7168"/>
                  <a:pt x="4242816" y="18288"/>
                </a:cubicBezTo>
                <a:cubicBezTo>
                  <a:pt x="4124371" y="29408"/>
                  <a:pt x="3754907" y="21026"/>
                  <a:pt x="3526841" y="18288"/>
                </a:cubicBezTo>
                <a:cubicBezTo>
                  <a:pt x="3298775" y="15550"/>
                  <a:pt x="3164473" y="3913"/>
                  <a:pt x="2969971" y="18288"/>
                </a:cubicBezTo>
                <a:cubicBezTo>
                  <a:pt x="2775469" y="32664"/>
                  <a:pt x="2608536" y="2050"/>
                  <a:pt x="2253996" y="18288"/>
                </a:cubicBezTo>
                <a:cubicBezTo>
                  <a:pt x="1899456" y="34526"/>
                  <a:pt x="1752044" y="28789"/>
                  <a:pt x="1484986" y="18288"/>
                </a:cubicBezTo>
                <a:cubicBezTo>
                  <a:pt x="1217928" y="7788"/>
                  <a:pt x="1060609" y="-4784"/>
                  <a:pt x="875081" y="18288"/>
                </a:cubicBezTo>
                <a:cubicBezTo>
                  <a:pt x="689553" y="41360"/>
                  <a:pt x="188846" y="25228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303520" h="18288" stroke="0" extrusionOk="0">
                <a:moveTo>
                  <a:pt x="0" y="0"/>
                </a:moveTo>
                <a:cubicBezTo>
                  <a:pt x="181149" y="2038"/>
                  <a:pt x="442175" y="-27591"/>
                  <a:pt x="609905" y="0"/>
                </a:cubicBezTo>
                <a:cubicBezTo>
                  <a:pt x="777636" y="27591"/>
                  <a:pt x="947554" y="-24271"/>
                  <a:pt x="1113739" y="0"/>
                </a:cubicBezTo>
                <a:cubicBezTo>
                  <a:pt x="1279924" y="24271"/>
                  <a:pt x="1721318" y="-30891"/>
                  <a:pt x="1882750" y="0"/>
                </a:cubicBezTo>
                <a:cubicBezTo>
                  <a:pt x="2044182" y="30891"/>
                  <a:pt x="2270822" y="-14002"/>
                  <a:pt x="2492654" y="0"/>
                </a:cubicBezTo>
                <a:cubicBezTo>
                  <a:pt x="2714486" y="14002"/>
                  <a:pt x="2822632" y="27292"/>
                  <a:pt x="3102559" y="0"/>
                </a:cubicBezTo>
                <a:cubicBezTo>
                  <a:pt x="3382487" y="-27292"/>
                  <a:pt x="3489743" y="-31235"/>
                  <a:pt x="3871570" y="0"/>
                </a:cubicBezTo>
                <a:cubicBezTo>
                  <a:pt x="4253397" y="31235"/>
                  <a:pt x="4301475" y="22800"/>
                  <a:pt x="4428439" y="0"/>
                </a:cubicBezTo>
                <a:cubicBezTo>
                  <a:pt x="4555403" y="-22800"/>
                  <a:pt x="5018410" y="43534"/>
                  <a:pt x="5303520" y="0"/>
                </a:cubicBezTo>
                <a:cubicBezTo>
                  <a:pt x="5302837" y="5414"/>
                  <a:pt x="5302800" y="12510"/>
                  <a:pt x="5303520" y="18288"/>
                </a:cubicBezTo>
                <a:cubicBezTo>
                  <a:pt x="5082751" y="18456"/>
                  <a:pt x="4993374" y="24100"/>
                  <a:pt x="4746650" y="18288"/>
                </a:cubicBezTo>
                <a:cubicBezTo>
                  <a:pt x="4499926" y="12477"/>
                  <a:pt x="4368648" y="-7187"/>
                  <a:pt x="4083710" y="18288"/>
                </a:cubicBezTo>
                <a:cubicBezTo>
                  <a:pt x="3798772" y="43763"/>
                  <a:pt x="3729434" y="5501"/>
                  <a:pt x="3473806" y="18288"/>
                </a:cubicBezTo>
                <a:cubicBezTo>
                  <a:pt x="3218178" y="31075"/>
                  <a:pt x="3056855" y="30003"/>
                  <a:pt x="2704795" y="18288"/>
                </a:cubicBezTo>
                <a:cubicBezTo>
                  <a:pt x="2352735" y="6573"/>
                  <a:pt x="2319447" y="29257"/>
                  <a:pt x="1935785" y="18288"/>
                </a:cubicBezTo>
                <a:cubicBezTo>
                  <a:pt x="1552123" y="7320"/>
                  <a:pt x="1532619" y="-467"/>
                  <a:pt x="1378915" y="18288"/>
                </a:cubicBezTo>
                <a:cubicBezTo>
                  <a:pt x="1225211" y="37043"/>
                  <a:pt x="1038692" y="34308"/>
                  <a:pt x="715975" y="18288"/>
                </a:cubicBezTo>
                <a:cubicBezTo>
                  <a:pt x="393258" y="2268"/>
                  <a:pt x="303768" y="26944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30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EEC45B-E31D-82DA-1FC8-85594062E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94" y="555958"/>
            <a:ext cx="6929284" cy="4131853"/>
          </a:xfrm>
        </p:spPr>
        <p:txBody>
          <a:bodyPr/>
          <a:lstStyle/>
          <a:p>
            <a:r>
              <a:rPr lang="en-US" altLang="zh-CN" b="1" i="0">
                <a:solidFill>
                  <a:srgbClr val="1A1C1E"/>
                </a:solidFill>
                <a:effectLst/>
                <a:latin typeface="Google Sans Text"/>
              </a:rPr>
              <a:t>Networking is vital, but managing all those physical business cards can be a chaotic challenge.</a:t>
            </a:r>
            <a:endParaRPr lang="zh-CN" altLang="en-US"/>
          </a:p>
        </p:txBody>
      </p:sp>
      <p:pic>
        <p:nvPicPr>
          <p:cNvPr id="5" name="图片 4" descr="男人拿着笔记本电脑的桌子前&#10;&#10;AI 生成的内容可能不正确。">
            <a:extLst>
              <a:ext uri="{FF2B5EF4-FFF2-40B4-BE49-F238E27FC236}">
                <a16:creationId xmlns:a16="http://schemas.microsoft.com/office/drawing/2014/main" id="{1190B4E7-A811-782A-4965-F99E8AF69F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graphicFrame>
        <p:nvGraphicFramePr>
          <p:cNvPr id="10" name="内容占位符 2">
            <a:extLst>
              <a:ext uri="{FF2B5EF4-FFF2-40B4-BE49-F238E27FC236}">
                <a16:creationId xmlns:a16="http://schemas.microsoft.com/office/drawing/2014/main" id="{5D2EC285-6F4E-74C7-DBDD-5181431C23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5888444"/>
              </p:ext>
            </p:extLst>
          </p:nvPr>
        </p:nvGraphicFramePr>
        <p:xfrm>
          <a:off x="663191" y="2721533"/>
          <a:ext cx="5432809" cy="35805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52915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4F2CC7D-C35E-6973-AF81-6F3B5B21E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altLang="zh-CN" sz="5400"/>
              <a:t>How BCR Solves It:</a:t>
            </a:r>
            <a:endParaRPr lang="zh-CN" altLang="en-US" sz="5400"/>
          </a:p>
        </p:txBody>
      </p:sp>
      <p:pic>
        <p:nvPicPr>
          <p:cNvPr id="6" name="图片 5" descr="图形用户界面&#10;&#10;AI 生成的内容可能不正确。">
            <a:extLst>
              <a:ext uri="{FF2B5EF4-FFF2-40B4-BE49-F238E27FC236}">
                <a16:creationId xmlns:a16="http://schemas.microsoft.com/office/drawing/2014/main" id="{A8C3F01F-8479-D854-F963-D140AEDD4A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9439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4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FE1E3A-0747-D25F-D456-8ABD22818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225"/>
              </a:spcAft>
              <a:buNone/>
            </a:pPr>
            <a:r>
              <a:rPr lang="en-US" altLang="zh-CN" sz="2200" b="1" i="0">
                <a:effectLst/>
                <a:latin typeface="Google Sans Text"/>
                <a:ea typeface="等线"/>
              </a:rPr>
              <a:t>1. Instant Capture:</a:t>
            </a:r>
            <a:r>
              <a:rPr lang="en-US" altLang="zh-CN" sz="2200" b="0" i="0">
                <a:effectLst/>
                <a:latin typeface="Google Sans Text"/>
                <a:ea typeface="等线"/>
              </a:rPr>
              <a:t> Use your device's camera </a:t>
            </a:r>
            <a:r>
              <a:rPr lang="en-US" altLang="zh-CN" sz="2200">
                <a:latin typeface="Google Sans Text"/>
                <a:ea typeface="等线"/>
              </a:rPr>
              <a:t>to log business</a:t>
            </a:r>
            <a:r>
              <a:rPr lang="en-US" altLang="zh-CN" sz="2200" b="0" i="0">
                <a:effectLst/>
                <a:latin typeface="Google Sans Text"/>
                <a:ea typeface="等线"/>
              </a:rPr>
              <a:t> cards</a:t>
            </a:r>
            <a:r>
              <a:rPr lang="en-US" altLang="zh-CN" sz="2200">
                <a:latin typeface="Google Sans Text"/>
                <a:ea typeface="等线"/>
              </a:rPr>
              <a:t>.</a:t>
            </a:r>
            <a:endParaRPr lang="en-US" altLang="zh-CN" sz="2200" b="0" i="0">
              <a:effectLst/>
              <a:latin typeface="Google Sans Text"/>
              <a:ea typeface="等线"/>
            </a:endParaRPr>
          </a:p>
          <a:p>
            <a:pPr marL="0" indent="0">
              <a:spcAft>
                <a:spcPts val="225"/>
              </a:spcAft>
              <a:buNone/>
            </a:pPr>
            <a:r>
              <a:rPr lang="en-US" altLang="zh-CN" sz="2200" b="0" i="0">
                <a:effectLst/>
                <a:latin typeface="Google Sans Text"/>
                <a:ea typeface="等线"/>
              </a:rPr>
              <a:t>Our system smartly detects one or even multiple cards in a single shot.</a:t>
            </a:r>
          </a:p>
          <a:p>
            <a:pPr marL="0" indent="0">
              <a:spcAft>
                <a:spcPts val="225"/>
              </a:spcAft>
              <a:buNone/>
            </a:pPr>
            <a:endParaRPr lang="en-US" altLang="zh-CN" sz="2200" b="1" i="0">
              <a:effectLst/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391952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804416-C2A3-047E-BA08-7B067461F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AAAE3B0-9BCB-6048-6049-A7C816ABE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altLang="zh-CN" sz="2800"/>
              <a:t>How BCR Solves It:</a:t>
            </a:r>
            <a:endParaRPr lang="zh-CN" altLang="en-US" sz="28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740D90-FBC7-AC14-9252-8A59D1835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332" y="3429000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altLang="zh-CN" sz="1700"/>
              <a:t>We explored different YOLO model setups to find the best:</a:t>
            </a:r>
          </a:p>
          <a:p>
            <a:r>
              <a:rPr lang="en-US" altLang="zh-CN" sz="1700"/>
              <a:t>Optimized Model (Our Choice): This final setup, with higher resolution processing and fine-tuning, dramatically improved our ability to detect cards, especially smaller ones or multiple cards in a complex scene. It made detection more sensitive and accurate.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EFDAD6C-526F-352E-8AB0-DB1EE57511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068215"/>
              </p:ext>
            </p:extLst>
          </p:nvPr>
        </p:nvGraphicFramePr>
        <p:xfrm>
          <a:off x="4901184" y="2993812"/>
          <a:ext cx="6922016" cy="1029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959588">
                  <a:extLst>
                    <a:ext uri="{9D8B030D-6E8A-4147-A177-3AD203B41FA5}">
                      <a16:colId xmlns:a16="http://schemas.microsoft.com/office/drawing/2014/main" val="1209257001"/>
                    </a:ext>
                  </a:extLst>
                </a:gridCol>
                <a:gridCol w="590863">
                  <a:extLst>
                    <a:ext uri="{9D8B030D-6E8A-4147-A177-3AD203B41FA5}">
                      <a16:colId xmlns:a16="http://schemas.microsoft.com/office/drawing/2014/main" val="1306160588"/>
                    </a:ext>
                  </a:extLst>
                </a:gridCol>
                <a:gridCol w="752028">
                  <a:extLst>
                    <a:ext uri="{9D8B030D-6E8A-4147-A177-3AD203B41FA5}">
                      <a16:colId xmlns:a16="http://schemas.microsoft.com/office/drawing/2014/main" val="3843424426"/>
                    </a:ext>
                  </a:extLst>
                </a:gridCol>
                <a:gridCol w="644585">
                  <a:extLst>
                    <a:ext uri="{9D8B030D-6E8A-4147-A177-3AD203B41FA5}">
                      <a16:colId xmlns:a16="http://schemas.microsoft.com/office/drawing/2014/main" val="46602745"/>
                    </a:ext>
                  </a:extLst>
                </a:gridCol>
                <a:gridCol w="590863">
                  <a:extLst>
                    <a:ext uri="{9D8B030D-6E8A-4147-A177-3AD203B41FA5}">
                      <a16:colId xmlns:a16="http://schemas.microsoft.com/office/drawing/2014/main" val="2458168228"/>
                    </a:ext>
                  </a:extLst>
                </a:gridCol>
                <a:gridCol w="752028">
                  <a:extLst>
                    <a:ext uri="{9D8B030D-6E8A-4147-A177-3AD203B41FA5}">
                      <a16:colId xmlns:a16="http://schemas.microsoft.com/office/drawing/2014/main" val="48318962"/>
                    </a:ext>
                  </a:extLst>
                </a:gridCol>
                <a:gridCol w="644585">
                  <a:extLst>
                    <a:ext uri="{9D8B030D-6E8A-4147-A177-3AD203B41FA5}">
                      <a16:colId xmlns:a16="http://schemas.microsoft.com/office/drawing/2014/main" val="463899495"/>
                    </a:ext>
                  </a:extLst>
                </a:gridCol>
                <a:gridCol w="590863">
                  <a:extLst>
                    <a:ext uri="{9D8B030D-6E8A-4147-A177-3AD203B41FA5}">
                      <a16:colId xmlns:a16="http://schemas.microsoft.com/office/drawing/2014/main" val="1980024360"/>
                    </a:ext>
                  </a:extLst>
                </a:gridCol>
                <a:gridCol w="752028">
                  <a:extLst>
                    <a:ext uri="{9D8B030D-6E8A-4147-A177-3AD203B41FA5}">
                      <a16:colId xmlns:a16="http://schemas.microsoft.com/office/drawing/2014/main" val="3054656962"/>
                    </a:ext>
                  </a:extLst>
                </a:gridCol>
                <a:gridCol w="644585">
                  <a:extLst>
                    <a:ext uri="{9D8B030D-6E8A-4147-A177-3AD203B41FA5}">
                      <a16:colId xmlns:a16="http://schemas.microsoft.com/office/drawing/2014/main" val="2677212902"/>
                    </a:ext>
                  </a:extLst>
                </a:gridCol>
              </a:tblGrid>
              <a:tr h="17289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1">
                          <a:effectLst/>
                        </a:rPr>
                        <a:t>CNN Architecture</a:t>
                      </a:r>
                      <a:r>
                        <a:rPr lang="en-AU" sz="800" b="0">
                          <a:effectLst/>
                        </a:rPr>
                        <a:t>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 gridSpan="3"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1">
                          <a:effectLst/>
                        </a:rPr>
                        <a:t>Train Accuracy</a:t>
                      </a:r>
                      <a:r>
                        <a:rPr lang="en-AU" sz="800" b="0">
                          <a:effectLst/>
                        </a:rPr>
                        <a:t>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1">
                          <a:effectLst/>
                        </a:rPr>
                        <a:t>Validation Accuracy</a:t>
                      </a:r>
                      <a:r>
                        <a:rPr lang="en-AU" sz="800" b="0">
                          <a:effectLst/>
                        </a:rPr>
                        <a:t>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1">
                          <a:effectLst/>
                        </a:rPr>
                        <a:t>Test Accuracy</a:t>
                      </a:r>
                      <a:r>
                        <a:rPr lang="en-AU" sz="800" b="0">
                          <a:effectLst/>
                        </a:rPr>
                        <a:t>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557383"/>
                  </a:ext>
                </a:extLst>
              </a:tr>
              <a:tr h="19995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AU" sz="900" b="1">
                          <a:effectLst/>
                        </a:rPr>
                        <a:t> </a:t>
                      </a:r>
                      <a:endParaRPr lang="en-AU" sz="900" b="1" i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mAP@0.5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MAP@0.5:0.9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MAP@0.75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mAP@0.5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MAP@0.5:0.9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MAP@0.75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mAP@0.5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MAP@0.5:0.9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MAP@0.75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extLst>
                  <a:ext uri="{0D108BD9-81ED-4DB2-BD59-A6C34878D82A}">
                    <a16:rowId xmlns:a16="http://schemas.microsoft.com/office/drawing/2014/main" val="659838161"/>
                  </a:ext>
                </a:extLst>
              </a:tr>
              <a:tr h="19936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AU" sz="900" b="1">
                          <a:effectLst/>
                        </a:rPr>
                        <a:t>CNN-1</a:t>
                      </a:r>
                      <a:r>
                        <a:rPr lang="en-AU" sz="900" b="0">
                          <a:effectLst/>
                        </a:rPr>
                        <a:t>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0.9937 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0.9584 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0.9937 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0.8014 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0.7600 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0.8014 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0.8019 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0.7600 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0.8014 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extLst>
                  <a:ext uri="{0D108BD9-81ED-4DB2-BD59-A6C34878D82A}">
                    <a16:rowId xmlns:a16="http://schemas.microsoft.com/office/drawing/2014/main" val="2755926312"/>
                  </a:ext>
                </a:extLst>
              </a:tr>
              <a:tr h="19936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AU" sz="900" b="1">
                          <a:effectLst/>
                        </a:rPr>
                        <a:t>CNN-2</a:t>
                      </a:r>
                      <a:r>
                        <a:rPr lang="en-AU" sz="900" b="0">
                          <a:effectLst/>
                        </a:rPr>
                        <a:t>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0.991 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0.9449 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0.9911 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0.7761 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0.7382 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0.7761 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0.8381 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0.7791 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0.8381 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extLst>
                  <a:ext uri="{0D108BD9-81ED-4DB2-BD59-A6C34878D82A}">
                    <a16:rowId xmlns:a16="http://schemas.microsoft.com/office/drawing/2014/main" val="468454810"/>
                  </a:ext>
                </a:extLst>
              </a:tr>
              <a:tr h="19936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0"/>
                        </a:lnSpc>
                        <a:buNone/>
                      </a:pPr>
                      <a:r>
                        <a:rPr lang="en-AU" sz="900" b="1">
                          <a:effectLst/>
                        </a:rPr>
                        <a:t>CNN-3 </a:t>
                      </a:r>
                      <a:r>
                        <a:rPr lang="en-AU" sz="900" b="0">
                          <a:effectLst/>
                        </a:rPr>
                        <a:t>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0.7876 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0.7332 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0.7876 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0.8276 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0.7457 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0.8151 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0.6696 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0.5733 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AU" sz="800" b="0">
                          <a:effectLst/>
                        </a:rPr>
                        <a:t>0.6402 </a:t>
                      </a:r>
                      <a:endParaRPr lang="en-AU" sz="1200" b="0" i="0">
                        <a:effectLst/>
                      </a:endParaRPr>
                    </a:p>
                  </a:txBody>
                  <a:tcPr marL="19987" marR="19987" marT="9994" marB="9994"/>
                </a:tc>
                <a:extLst>
                  <a:ext uri="{0D108BD9-81ED-4DB2-BD59-A6C34878D82A}">
                    <a16:rowId xmlns:a16="http://schemas.microsoft.com/office/drawing/2014/main" val="3868575722"/>
                  </a:ext>
                </a:extLst>
              </a:tr>
            </a:tbl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0D2ECDC7-A08F-980B-1C07-1E015E2B8D36}"/>
              </a:ext>
            </a:extLst>
          </p:cNvPr>
          <p:cNvSpPr txBox="1"/>
          <p:nvPr/>
        </p:nvSpPr>
        <p:spPr>
          <a:xfrm>
            <a:off x="368800" y="2760718"/>
            <a:ext cx="6124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>
                <a:effectLst/>
                <a:latin typeface="Google Sans Text"/>
              </a:rPr>
              <a:t>1. Instant Capture:</a:t>
            </a:r>
            <a:r>
              <a:rPr lang="en-US" altLang="zh-CN" sz="1800" b="0" i="0">
                <a:effectLst/>
                <a:latin typeface="Google Sans Text"/>
              </a:rPr>
              <a:t> 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343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09" name="Rectangle 2108">
            <a:extLst>
              <a:ext uri="{FF2B5EF4-FFF2-40B4-BE49-F238E27FC236}">
                <a16:creationId xmlns:a16="http://schemas.microsoft.com/office/drawing/2014/main" id="{5EBC18B6-E5C3-4AD1-97A4-E6A3477A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1" name="Rectangle 2110">
            <a:extLst>
              <a:ext uri="{FF2B5EF4-FFF2-40B4-BE49-F238E27FC236}">
                <a16:creationId xmlns:a16="http://schemas.microsoft.com/office/drawing/2014/main" id="{136A4AB6-B72B-4CC6-ADCF-BE807B6C3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039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0" name="Picture 2" descr="Picture 2, Picture">
            <a:extLst>
              <a:ext uri="{FF2B5EF4-FFF2-40B4-BE49-F238E27FC236}">
                <a16:creationId xmlns:a16="http://schemas.microsoft.com/office/drawing/2014/main" id="{B0737B51-4F1D-0855-AB76-FAA864540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22" b="2106"/>
          <a:stretch>
            <a:fillRect/>
          </a:stretch>
        </p:blipFill>
        <p:spPr bwMode="auto">
          <a:xfrm>
            <a:off x="7684008" y="1"/>
            <a:ext cx="4507992" cy="224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13" name="Rectangle 2112">
            <a:extLst>
              <a:ext uri="{FF2B5EF4-FFF2-40B4-BE49-F238E27FC236}">
                <a16:creationId xmlns:a16="http://schemas.microsoft.com/office/drawing/2014/main" id="{B35D540D-9486-4236-952A-F72DC52D7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9D3DB7-CF2C-B6AF-DBF5-5B30F9B66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576" y="3115563"/>
            <a:ext cx="6272784" cy="28254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 fontAlgn="base">
              <a:spcAft>
                <a:spcPts val="800"/>
              </a:spcAft>
              <a:buNone/>
            </a:pPr>
            <a:r>
              <a:rPr lang="en-AU" altLang="zh-CN" sz="1400" b="1" i="0">
                <a:effectLst/>
                <a:latin typeface="Times New Roman"/>
                <a:ea typeface="等线"/>
                <a:cs typeface="Times New Roman"/>
              </a:rPr>
              <a:t>CNN – 1:</a:t>
            </a:r>
            <a:r>
              <a:rPr lang="en-AU" altLang="zh-CN" sz="1400" b="0" i="0">
                <a:effectLst/>
                <a:latin typeface="Times New Roman"/>
                <a:ea typeface="等线"/>
                <a:cs typeface="Times New Roman"/>
              </a:rPr>
              <a:t> </a:t>
            </a:r>
          </a:p>
          <a:p>
            <a:pPr rtl="0" fontAlgn="base">
              <a:spcAft>
                <a:spcPts val="800"/>
              </a:spcAft>
              <a:buNone/>
            </a:pPr>
            <a:r>
              <a:rPr lang="en-AU" altLang="zh-CN" sz="1400" b="1" i="0" err="1">
                <a:effectLst/>
                <a:latin typeface="Times New Roman"/>
                <a:ea typeface="等线"/>
                <a:cs typeface="Times New Roman"/>
              </a:rPr>
              <a:t>CSPDarknet</a:t>
            </a:r>
            <a:r>
              <a:rPr lang="en-AU" altLang="zh-CN" sz="1400" b="1" i="0">
                <a:effectLst/>
                <a:latin typeface="Times New Roman"/>
                <a:ea typeface="等线"/>
                <a:cs typeface="Times New Roman"/>
              </a:rPr>
              <a:t> backbone for yolo 8n + 640x640 (baseline) + 0.6 confidence</a:t>
            </a:r>
            <a:r>
              <a:rPr lang="en-AU" altLang="zh-CN" sz="1400" b="0" i="0">
                <a:effectLst/>
                <a:latin typeface="Times New Roman"/>
                <a:ea typeface="等线"/>
                <a:cs typeface="Times New Roman"/>
              </a:rPr>
              <a:t> </a:t>
            </a:r>
          </a:p>
          <a:p>
            <a:pPr rtl="0" fontAlgn="base">
              <a:spcAft>
                <a:spcPts val="800"/>
              </a:spcAft>
              <a:buNone/>
            </a:pPr>
            <a:r>
              <a:rPr lang="en-AU" altLang="zh-CN" sz="1400" b="1" i="0">
                <a:effectLst/>
                <a:latin typeface="Times New Roman"/>
                <a:ea typeface="等线"/>
                <a:cs typeface="Times New Roman"/>
              </a:rPr>
              <a:t>CNN - 2:</a:t>
            </a:r>
            <a:r>
              <a:rPr lang="en-AU" altLang="zh-CN" sz="1400" b="0" i="0">
                <a:effectLst/>
                <a:latin typeface="Times New Roman"/>
                <a:ea typeface="等线"/>
                <a:cs typeface="Times New Roman"/>
              </a:rPr>
              <a:t> </a:t>
            </a:r>
          </a:p>
          <a:p>
            <a:pPr rtl="0" fontAlgn="base">
              <a:spcAft>
                <a:spcPts val="800"/>
              </a:spcAft>
              <a:buNone/>
            </a:pPr>
            <a:r>
              <a:rPr lang="en-AU" altLang="zh-CN" sz="1400" b="1" i="0" err="1">
                <a:effectLst/>
                <a:latin typeface="Times New Roman"/>
                <a:ea typeface="等线"/>
                <a:cs typeface="Times New Roman"/>
              </a:rPr>
              <a:t>CSPDarknet</a:t>
            </a:r>
            <a:r>
              <a:rPr lang="en-AU" altLang="zh-CN" sz="1400" b="1" i="0">
                <a:effectLst/>
                <a:latin typeface="Times New Roman"/>
                <a:ea typeface="等线"/>
                <a:cs typeface="Times New Roman"/>
              </a:rPr>
              <a:t> backbone for yolo 8n+ augmentation +640x640 + 0.6 confidence</a:t>
            </a:r>
            <a:r>
              <a:rPr lang="en-AU" altLang="zh-CN" sz="1400" b="0" i="0">
                <a:effectLst/>
                <a:latin typeface="Times New Roman"/>
                <a:ea typeface="等线"/>
                <a:cs typeface="Times New Roman"/>
              </a:rPr>
              <a:t> </a:t>
            </a:r>
          </a:p>
          <a:p>
            <a:pPr rtl="0" fontAlgn="base">
              <a:spcAft>
                <a:spcPts val="800"/>
              </a:spcAft>
              <a:buNone/>
            </a:pPr>
            <a:r>
              <a:rPr lang="en-AU" altLang="zh-CN" sz="1400" b="1" i="0">
                <a:effectLst/>
                <a:latin typeface="Times New Roman"/>
                <a:ea typeface="等线"/>
                <a:cs typeface="Times New Roman"/>
              </a:rPr>
              <a:t>CNN -3:</a:t>
            </a:r>
            <a:r>
              <a:rPr lang="en-AU" altLang="zh-CN" sz="1400" b="0" i="0">
                <a:effectLst/>
                <a:latin typeface="Times New Roman"/>
                <a:ea typeface="等线"/>
                <a:cs typeface="Times New Roman"/>
              </a:rPr>
              <a:t> </a:t>
            </a:r>
          </a:p>
          <a:p>
            <a:pPr rtl="0" fontAlgn="base">
              <a:spcAft>
                <a:spcPts val="800"/>
              </a:spcAft>
            </a:pPr>
            <a:r>
              <a:rPr lang="en-AU" altLang="zh-CN" sz="1400" b="1" i="0" err="1">
                <a:effectLst/>
                <a:latin typeface="Times New Roman"/>
                <a:ea typeface="等线"/>
                <a:cs typeface="Times New Roman"/>
              </a:rPr>
              <a:t>CSPDarknet</a:t>
            </a:r>
            <a:r>
              <a:rPr lang="en-AU" altLang="zh-CN" sz="1400" b="1" i="0">
                <a:effectLst/>
                <a:latin typeface="Times New Roman"/>
                <a:ea typeface="等线"/>
                <a:cs typeface="Times New Roman"/>
              </a:rPr>
              <a:t> backbone for yolo 8s+ 1024x1024 + </a:t>
            </a:r>
            <a:r>
              <a:rPr lang="en-AU" altLang="zh-CN" sz="1400" b="1">
                <a:latin typeface="Times New Roman"/>
                <a:ea typeface="等线"/>
                <a:cs typeface="Times New Roman"/>
              </a:rPr>
              <a:t>0.5</a:t>
            </a:r>
            <a:r>
              <a:rPr lang="en-AU" altLang="zh-CN" sz="1400" b="1" i="0">
                <a:effectLst/>
                <a:latin typeface="Times New Roman"/>
                <a:ea typeface="等线"/>
                <a:cs typeface="Times New Roman"/>
              </a:rPr>
              <a:t> confidence + augmentation</a:t>
            </a:r>
            <a:r>
              <a:rPr lang="en-AU" altLang="zh-CN" sz="1400" b="0" i="0">
                <a:effectLst/>
                <a:latin typeface="Times New Roman"/>
                <a:ea typeface="等线"/>
                <a:cs typeface="Times New Roman"/>
              </a:rPr>
              <a:t> </a:t>
            </a:r>
          </a:p>
          <a:p>
            <a:endParaRPr lang="zh-CN" altLang="en-US" sz="1400"/>
          </a:p>
        </p:txBody>
      </p:sp>
      <p:pic>
        <p:nvPicPr>
          <p:cNvPr id="2054" name="Picture 6" descr="A graph showing a number of blue and orange lines&#10;&#10;AI-generated content may be incorrect., Picture">
            <a:extLst>
              <a:ext uri="{FF2B5EF4-FFF2-40B4-BE49-F238E27FC236}">
                <a16:creationId xmlns:a16="http://schemas.microsoft.com/office/drawing/2014/main" id="{5BDE07C0-98D9-3707-0C42-B234ED92F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22" b="2106"/>
          <a:stretch>
            <a:fillRect/>
          </a:stretch>
        </p:blipFill>
        <p:spPr bwMode="auto">
          <a:xfrm>
            <a:off x="7684008" y="2308860"/>
            <a:ext cx="4507992" cy="224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icture 1174179571, Picture">
            <a:extLst>
              <a:ext uri="{FF2B5EF4-FFF2-40B4-BE49-F238E27FC236}">
                <a16:creationId xmlns:a16="http://schemas.microsoft.com/office/drawing/2014/main" id="{33495B2D-C964-E00E-B8E8-EFB0D3A6D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18" b="5509"/>
          <a:stretch>
            <a:fillRect/>
          </a:stretch>
        </p:blipFill>
        <p:spPr bwMode="auto">
          <a:xfrm>
            <a:off x="7684008" y="4617720"/>
            <a:ext cx="4507992" cy="224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9571129A-6332-FEEB-57C3-71DA01EC2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791750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altLang="zh-CN" sz="2800"/>
              <a:t>How BCR Solves It:</a:t>
            </a:r>
            <a:endParaRPr lang="zh-CN" altLang="en-US" sz="28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F9115F9-B51E-0FDA-9479-6231733AE9B5}"/>
              </a:ext>
            </a:extLst>
          </p:cNvPr>
          <p:cNvSpPr txBox="1"/>
          <p:nvPr/>
        </p:nvSpPr>
        <p:spPr>
          <a:xfrm>
            <a:off x="417576" y="22162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>
                <a:effectLst/>
                <a:latin typeface="Google Sans Text"/>
              </a:rPr>
              <a:t>1. Instant Capture:</a:t>
            </a:r>
            <a:r>
              <a:rPr lang="en-US" altLang="zh-CN" sz="1800" b="0" i="0">
                <a:effectLst/>
                <a:latin typeface="Google Sans Text"/>
              </a:rPr>
              <a:t> </a:t>
            </a:r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5F52B2E8-8A2F-B4C2-C871-189A78077817}"/>
              </a:ext>
            </a:extLst>
          </p:cNvPr>
          <p:cNvSpPr/>
          <p:nvPr/>
        </p:nvSpPr>
        <p:spPr>
          <a:xfrm>
            <a:off x="6414382" y="5814606"/>
            <a:ext cx="1175657" cy="576373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225B3A9-8D09-D2F5-363D-BB456086BC64}"/>
              </a:ext>
            </a:extLst>
          </p:cNvPr>
          <p:cNvSpPr txBox="1"/>
          <p:nvPr/>
        </p:nvSpPr>
        <p:spPr>
          <a:xfrm>
            <a:off x="3462233" y="5804640"/>
            <a:ext cx="32281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accent3">
                    <a:lumMod val="60000"/>
                    <a:lumOff val="40000"/>
                  </a:schemeClr>
                </a:solidFill>
              </a:rPr>
              <a:t>We choose that</a:t>
            </a:r>
            <a:endParaRPr lang="zh-CN" altLang="en-US" sz="2800" b="1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B86381-C937-392D-2C95-C37065F5296E}"/>
              </a:ext>
            </a:extLst>
          </p:cNvPr>
          <p:cNvSpPr txBox="1"/>
          <p:nvPr/>
        </p:nvSpPr>
        <p:spPr>
          <a:xfrm>
            <a:off x="9837174" y="367576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CNN1</a:t>
            </a:r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FCE10FF-3D69-0C0C-8AF9-3440FEBF76B8}"/>
              </a:ext>
            </a:extLst>
          </p:cNvPr>
          <p:cNvSpPr txBox="1"/>
          <p:nvPr/>
        </p:nvSpPr>
        <p:spPr>
          <a:xfrm>
            <a:off x="9837174" y="256620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CNN2</a:t>
            </a:r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F377995-D849-ABC9-A08E-350A838BA3ED}"/>
              </a:ext>
            </a:extLst>
          </p:cNvPr>
          <p:cNvSpPr txBox="1"/>
          <p:nvPr/>
        </p:nvSpPr>
        <p:spPr>
          <a:xfrm>
            <a:off x="9733935" y="531470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CNN3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664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13B6A-6F56-DBF1-18FA-BAB876B0B4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400">
                <a:ea typeface="等线 Light"/>
              </a:rPr>
              <a:t>Results</a:t>
            </a:r>
            <a:endParaRPr lang="en-US" sz="5400"/>
          </a:p>
        </p:txBody>
      </p:sp>
      <p:pic>
        <p:nvPicPr>
          <p:cNvPr id="4" name="Picture 3" descr="Codes on papers">
            <a:extLst>
              <a:ext uri="{FF2B5EF4-FFF2-40B4-BE49-F238E27FC236}">
                <a16:creationId xmlns:a16="http://schemas.microsoft.com/office/drawing/2014/main" id="{22B6D90E-69E2-0137-DA74-034B43C498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58" r="33278" b="-3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028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E36941-136C-10C7-F49E-1DA537DD6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CNN-1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lose-up of a business card&#10;&#10;AI-generated content may be incorrect.">
            <a:extLst>
              <a:ext uri="{FF2B5EF4-FFF2-40B4-BE49-F238E27FC236}">
                <a16:creationId xmlns:a16="http://schemas.microsoft.com/office/drawing/2014/main" id="{1FF0B8A4-9F36-E0B6-8B64-24C471D15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73" y="2359414"/>
            <a:ext cx="11548872" cy="187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362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E9F636-05E3-5373-1190-5B92AB512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06C2A54-0425-42A8-6718-F01F8C3BB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0DF088-ACFB-DACB-4934-6D19514C3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CNN-2</a:t>
            </a: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BD2C2983-FC17-4D68-76C7-BC58B9662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lose-up of a business card&#10;&#10;AI-generated content may be incorrect.">
            <a:extLst>
              <a:ext uri="{FF2B5EF4-FFF2-40B4-BE49-F238E27FC236}">
                <a16:creationId xmlns:a16="http://schemas.microsoft.com/office/drawing/2014/main" id="{4089676E-30BF-957E-2D00-B648ED0C1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964" y="2411231"/>
            <a:ext cx="12207927" cy="203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259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536586-25AE-D76F-085F-6C9CC327B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5D7B1F-452E-2B41-03BE-45CBBBA5DD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D31A27-BC9D-733E-A899-990441A18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CNN-3 (Final model)</a:t>
            </a: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89162F17-FA44-0770-89C1-B812A34FC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831598-1762-3002-617C-C3E53FACB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1936750"/>
            <a:ext cx="8953500" cy="43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786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4A847F-2345-A30B-7575-AC72640C9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7" name="Rectangle 126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372FEC4-4A70-0E31-896D-CDFEDD78E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altLang="zh-CN" sz="5400"/>
              <a:t>How BCR Solves It:</a:t>
            </a:r>
            <a:endParaRPr lang="zh-CN" altLang="en-US" sz="5400"/>
          </a:p>
        </p:txBody>
      </p:sp>
      <p:pic>
        <p:nvPicPr>
          <p:cNvPr id="8" name="图片 7" descr="图形用户界面, 文本, 应用程序, 聊天或短信&#10;&#10;AI 生成的内容可能不正确。">
            <a:extLst>
              <a:ext uri="{FF2B5EF4-FFF2-40B4-BE49-F238E27FC236}">
                <a16:creationId xmlns:a16="http://schemas.microsoft.com/office/drawing/2014/main" id="{BA16E22E-ED00-0E29-0086-B96338875B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2753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9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BB80F3-754B-BD8A-8E16-BFA281B5E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pPr marL="0" indent="0">
              <a:spcAft>
                <a:spcPts val="225"/>
              </a:spcAft>
              <a:buNone/>
            </a:pPr>
            <a:r>
              <a:rPr lang="en-US" altLang="zh-CN" sz="2200" b="1">
                <a:latin typeface="Google Sans Text"/>
              </a:rPr>
              <a:t>2</a:t>
            </a:r>
            <a:r>
              <a:rPr lang="en-US" altLang="zh-CN" sz="2200" i="0">
                <a:effectLst/>
                <a:latin typeface="Google Sans Text"/>
              </a:rPr>
              <a:t>.</a:t>
            </a:r>
            <a:r>
              <a:rPr lang="en-US" altLang="zh-CN" sz="2200" b="1" i="0">
                <a:effectLst/>
                <a:latin typeface="Google Sans Text"/>
              </a:rPr>
              <a:t>AI-Powered Extraction</a:t>
            </a:r>
            <a:r>
              <a:rPr lang="en-US" altLang="zh-CN" sz="2200" i="0">
                <a:effectLst/>
                <a:latin typeface="Google Sans Text"/>
              </a:rPr>
              <a:t>: </a:t>
            </a:r>
          </a:p>
          <a:p>
            <a:pPr marL="0" indent="0">
              <a:spcAft>
                <a:spcPts val="225"/>
              </a:spcAft>
              <a:buNone/>
            </a:pPr>
            <a:r>
              <a:rPr lang="en-US" altLang="zh-CN" sz="2200" i="0">
                <a:effectLst/>
                <a:latin typeface="Google Sans Text"/>
              </a:rPr>
              <a:t>Advanced Artificial Intelligence automatically identifies and extracts key information: Name, Company, Phone, and Email.</a:t>
            </a:r>
          </a:p>
        </p:txBody>
      </p:sp>
    </p:spTree>
    <p:extLst>
      <p:ext uri="{BB962C8B-B14F-4D97-AF65-F5344CB8AC3E}">
        <p14:creationId xmlns:p14="http://schemas.microsoft.com/office/powerpoint/2010/main" val="2211639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A4C795-D594-D8DD-2F0B-719826594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B1E8588-8028-F976-ABF7-045674C72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altLang="zh-CN" sz="5400"/>
              <a:t>How BCR Solves It:</a:t>
            </a:r>
            <a:endParaRPr lang="zh-CN" altLang="en-US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D709F1-DAD1-4786-1A03-A3D5538AF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zh-CN" sz="2200" b="1">
                <a:latin typeface="Google Sans Text"/>
              </a:rPr>
              <a:t>2</a:t>
            </a:r>
            <a:r>
              <a:rPr lang="en-US" altLang="zh-CN" sz="2200" i="0">
                <a:effectLst/>
                <a:latin typeface="Google Sans Text"/>
              </a:rPr>
              <a:t>.</a:t>
            </a:r>
            <a:r>
              <a:rPr lang="en-US" altLang="zh-CN" sz="2200" b="1" i="0">
                <a:effectLst/>
                <a:latin typeface="Google Sans Text"/>
              </a:rPr>
              <a:t>AI-Powered Extraction</a:t>
            </a:r>
            <a:r>
              <a:rPr lang="en-US" altLang="zh-CN" sz="2200" i="0">
                <a:effectLst/>
                <a:latin typeface="Google Sans Text"/>
              </a:rPr>
              <a:t>: </a:t>
            </a:r>
            <a:endParaRPr lang="en-US" altLang="zh-CN" sz="2200"/>
          </a:p>
          <a:p>
            <a:r>
              <a:rPr lang="en-US" altLang="zh-CN" sz="2200"/>
              <a:t>Choosing the Best AI for Extraction: We rigorously compared two main strategies:</a:t>
            </a:r>
          </a:p>
          <a:p>
            <a:r>
              <a:rPr lang="en-US" altLang="zh-CN" sz="2200"/>
              <a:t>Traditional OCR + Local AI (Ollama): A standard text recognition method paired with a smaller local language model.</a:t>
            </a:r>
          </a:p>
          <a:p>
            <a:r>
              <a:rPr lang="en-US" altLang="zh-CN" sz="2200"/>
              <a:t>Cloud-based Generative AI (OpenAI API): Leveraging a powerful, state-of-the-art AI service.</a:t>
            </a:r>
          </a:p>
        </p:txBody>
      </p:sp>
    </p:spTree>
    <p:extLst>
      <p:ext uri="{BB962C8B-B14F-4D97-AF65-F5344CB8AC3E}">
        <p14:creationId xmlns:p14="http://schemas.microsoft.com/office/powerpoint/2010/main" val="2796295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EF26C7-91E3-435A-D6FF-2A762812E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7">
            <a:extLst>
              <a:ext uri="{FF2B5EF4-FFF2-40B4-BE49-F238E27FC236}">
                <a16:creationId xmlns:a16="http://schemas.microsoft.com/office/drawing/2014/main" id="{E62FC955-29EC-2A25-0B91-81BABADCA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0234A173-8945-6075-0B53-7A2BEC2B1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4304ADD-993F-2FD3-8165-980BFA3ED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13" y="1695543"/>
            <a:ext cx="5522886" cy="1090770"/>
          </a:xfrm>
          <a:prstGeom prst="rect">
            <a:avLst/>
          </a:prstGeom>
        </p:spPr>
      </p:pic>
      <p:pic>
        <p:nvPicPr>
          <p:cNvPr id="10" name="图片 9" descr="图形用户界面&#10;&#10;AI 生成的内容可能不正确。">
            <a:extLst>
              <a:ext uri="{FF2B5EF4-FFF2-40B4-BE49-F238E27FC236}">
                <a16:creationId xmlns:a16="http://schemas.microsoft.com/office/drawing/2014/main" id="{94FF3F25-9BBD-22D5-3D67-0CE3150F3C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31" y="3028240"/>
            <a:ext cx="4538858" cy="280274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2D4206D-6C2D-9ABD-6B19-84B8462856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13" y="4546350"/>
            <a:ext cx="5522885" cy="1284071"/>
          </a:xfrm>
          <a:prstGeom prst="rect">
            <a:avLst/>
          </a:prstGeom>
        </p:spPr>
      </p:pic>
      <p:cxnSp>
        <p:nvCxnSpPr>
          <p:cNvPr id="13" name="连接符: 曲线 12">
            <a:extLst>
              <a:ext uri="{FF2B5EF4-FFF2-40B4-BE49-F238E27FC236}">
                <a16:creationId xmlns:a16="http://schemas.microsoft.com/office/drawing/2014/main" id="{A4FB1DCA-535B-7F9C-B6CD-E1B9CB42A5FF}"/>
              </a:ext>
            </a:extLst>
          </p:cNvPr>
          <p:cNvCxnSpPr>
            <a:cxnSpLocks/>
            <a:stCxn id="10" idx="3"/>
            <a:endCxn id="8" idx="1"/>
          </p:cNvCxnSpPr>
          <p:nvPr/>
        </p:nvCxnSpPr>
        <p:spPr>
          <a:xfrm flipV="1">
            <a:off x="4656989" y="2240928"/>
            <a:ext cx="753224" cy="218868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E0ED7764-DFA6-D08F-9FED-7000A8FE515A}"/>
              </a:ext>
            </a:extLst>
          </p:cNvPr>
          <p:cNvSpPr txBox="1"/>
          <p:nvPr/>
        </p:nvSpPr>
        <p:spPr>
          <a:xfrm>
            <a:off x="7505509" y="2832297"/>
            <a:ext cx="1632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effectLst/>
                <a:latin typeface="Consolas" panose="020B0609020204030204" pitchFamily="49" charset="0"/>
              </a:rPr>
              <a:t>OpenAI</a:t>
            </a:r>
            <a:r>
              <a:rPr lang="zh-CN" altLang="en-US" b="1"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>
                <a:effectLst/>
                <a:latin typeface="Consolas" panose="020B0609020204030204" pitchFamily="49" charset="0"/>
              </a:rPr>
              <a:t>output</a:t>
            </a:r>
          </a:p>
        </p:txBody>
      </p:sp>
      <p:cxnSp>
        <p:nvCxnSpPr>
          <p:cNvPr id="15" name="连接符: 曲线 14">
            <a:extLst>
              <a:ext uri="{FF2B5EF4-FFF2-40B4-BE49-F238E27FC236}">
                <a16:creationId xmlns:a16="http://schemas.microsoft.com/office/drawing/2014/main" id="{BEA68076-96C2-D87E-156C-62C7203E72EE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4656989" y="4429613"/>
            <a:ext cx="753224" cy="758773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B7C1BA3A-5D8A-D320-F4A1-5E7CEB66A601}"/>
              </a:ext>
            </a:extLst>
          </p:cNvPr>
          <p:cNvSpPr txBox="1"/>
          <p:nvPr/>
        </p:nvSpPr>
        <p:spPr>
          <a:xfrm>
            <a:off x="7473532" y="5847863"/>
            <a:ext cx="1077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err="1">
                <a:latin typeface="Consolas" panose="020B0609020204030204" pitchFamily="49" charset="0"/>
              </a:rPr>
              <a:t>O</a:t>
            </a:r>
            <a:r>
              <a:rPr lang="en-US" altLang="zh-CN" b="1" err="1">
                <a:effectLst/>
                <a:latin typeface="Consolas" panose="020B0609020204030204" pitchFamily="49" charset="0"/>
              </a:rPr>
              <a:t>llama</a:t>
            </a:r>
            <a:r>
              <a:rPr lang="zh-CN" altLang="en-US" b="1">
                <a:effectLst/>
                <a:latin typeface="Consolas" panose="020B0609020204030204" pitchFamily="49" charset="0"/>
              </a:rPr>
              <a:t> </a:t>
            </a:r>
            <a:r>
              <a:rPr lang="en-US" altLang="zh-CN" b="1">
                <a:effectLst/>
                <a:latin typeface="Consolas" panose="020B0609020204030204" pitchFamily="49" charset="0"/>
              </a:rPr>
              <a:t>output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33C14E9-53EA-2584-E5E6-9D10ECCE6CC3}"/>
              </a:ext>
            </a:extLst>
          </p:cNvPr>
          <p:cNvSpPr txBox="1"/>
          <p:nvPr/>
        </p:nvSpPr>
        <p:spPr>
          <a:xfrm>
            <a:off x="7505509" y="1027579"/>
            <a:ext cx="20630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chemeClr val="accent3">
                    <a:lumMod val="60000"/>
                    <a:lumOff val="40000"/>
                  </a:schemeClr>
                </a:solidFill>
              </a:rPr>
              <a:t>Better </a:t>
            </a:r>
            <a:endParaRPr lang="zh-CN" altLang="en-US" sz="3200" b="1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zh-CN" altLang="en-US" sz="3200" b="1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1798273-BF5A-A875-E6B5-F93A0CD46765}"/>
              </a:ext>
            </a:extLst>
          </p:cNvPr>
          <p:cNvSpPr txBox="1"/>
          <p:nvPr/>
        </p:nvSpPr>
        <p:spPr>
          <a:xfrm>
            <a:off x="937702" y="1165195"/>
            <a:ext cx="343806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/>
              <a:t>How BCR Solves It:</a:t>
            </a:r>
            <a:endParaRPr lang="zh-CN" altLang="en-US" sz="4400"/>
          </a:p>
        </p:txBody>
      </p:sp>
    </p:spTree>
    <p:extLst>
      <p:ext uri="{BB962C8B-B14F-4D97-AF65-F5344CB8AC3E}">
        <p14:creationId xmlns:p14="http://schemas.microsoft.com/office/powerpoint/2010/main" val="1317544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E831B4-531F-FEC8-6979-F7B6F1B98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3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7CD1213-9F92-E0A7-D4CC-16C6456FA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altLang="zh-CN" sz="4200" b="1" i="0">
                <a:effectLst/>
                <a:latin typeface="Google Sans Text"/>
              </a:rPr>
              <a:t>BCR: Your Smart Digital Business Card Wallet</a:t>
            </a:r>
            <a:endParaRPr lang="zh-CN" altLang="en-US" sz="4200"/>
          </a:p>
        </p:txBody>
      </p:sp>
      <p:sp>
        <p:nvSpPr>
          <p:cNvPr id="69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12602E-A831-2DE2-30F7-A4405E5AC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0" indent="0">
              <a:spcAft>
                <a:spcPts val="225"/>
              </a:spcAft>
              <a:buNone/>
            </a:pPr>
            <a:r>
              <a:rPr lang="en-US" altLang="zh-CN" sz="2200" b="1" i="0">
                <a:effectLst/>
                <a:latin typeface="Google Sans Text"/>
              </a:rPr>
              <a:t>3. Easy Editing &amp; Personalization</a:t>
            </a:r>
          </a:p>
          <a:p>
            <a:pPr marL="0" indent="0">
              <a:spcAft>
                <a:spcPts val="225"/>
              </a:spcAft>
              <a:buNone/>
            </a:pPr>
            <a:endParaRPr lang="en-US" altLang="zh-CN" sz="2200" b="1" i="0">
              <a:effectLst/>
              <a:latin typeface="Google Sans Text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8A3B61B-F59A-EA48-6B83-517614BE04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50899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53477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09528C-B895-BE71-9F06-C53CB4F9E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C4209DF-8F76-69EF-13E6-0404B4097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altLang="zh-CN" sz="4600" b="1" i="0">
                <a:effectLst/>
                <a:latin typeface="Google Sans Text"/>
              </a:rPr>
              <a:t>BCR: Your Smart Digital Business Card Wallet</a:t>
            </a:r>
            <a:endParaRPr lang="zh-CN" altLang="en-US" sz="460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65414DE-27DD-2D38-C84F-ECF4C921A9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12753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6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A51E5D-C7D7-8612-3160-F4FED2ECF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altLang="zh-CN" sz="2200" b="1" i="0">
                <a:effectLst/>
                <a:latin typeface="Google Sans Text"/>
                <a:ea typeface="等线"/>
              </a:rPr>
              <a:t>Your Private Digital </a:t>
            </a:r>
            <a:r>
              <a:rPr lang="en-US" altLang="zh-CN" sz="2200" b="1">
                <a:latin typeface="Google Sans Text"/>
                <a:ea typeface="等线"/>
              </a:rPr>
              <a:t>wallet</a:t>
            </a:r>
            <a:endParaRPr lang="en-US" altLang="zh-CN" sz="2200" b="1" i="0">
              <a:effectLst/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2583956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B2A623D-F836-6EF5-1A6B-D15A24DEF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altLang="zh-CN" sz="3800" b="1" i="0">
                <a:effectLst/>
                <a:latin typeface="Google Sans Text"/>
              </a:rPr>
              <a:t>Unlocking Potential: Business Opportunity &amp; Beyond</a:t>
            </a:r>
            <a:endParaRPr lang="zh-CN" altLang="en-US" sz="3800"/>
          </a:p>
        </p:txBody>
      </p:sp>
      <p:pic>
        <p:nvPicPr>
          <p:cNvPr id="14" name="Picture 4" descr="数字艺术图">
            <a:extLst>
              <a:ext uri="{FF2B5EF4-FFF2-40B4-BE49-F238E27FC236}">
                <a16:creationId xmlns:a16="http://schemas.microsoft.com/office/drawing/2014/main" id="{961DBD46-9D28-4677-F9BA-A998572700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49" r="39320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F0628E-884C-64B9-5671-17403334D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878664"/>
          </a:xfrm>
        </p:spPr>
        <p:txBody>
          <a:bodyPr>
            <a:normAutofit fontScale="92500"/>
          </a:bodyPr>
          <a:lstStyle/>
          <a:p>
            <a:pPr marL="0" indent="0">
              <a:lnSpc>
                <a:spcPts val="1300"/>
              </a:lnSpc>
              <a:spcAft>
                <a:spcPts val="225"/>
              </a:spcAft>
              <a:buNone/>
            </a:pPr>
            <a:r>
              <a:rPr lang="en-US" altLang="zh-CN" sz="1600" b="1" i="0">
                <a:effectLst/>
                <a:latin typeface="Google Sans Text"/>
              </a:rPr>
              <a:t>Business Opportunity:</a:t>
            </a:r>
          </a:p>
          <a:p>
            <a:pPr marL="0" indent="0">
              <a:lnSpc>
                <a:spcPts val="1300"/>
              </a:lnSpc>
              <a:spcAft>
                <a:spcPts val="225"/>
              </a:spcAft>
              <a:buNone/>
            </a:pPr>
            <a:endParaRPr lang="en-US" altLang="zh-CN" sz="1600" b="1" i="0">
              <a:effectLst/>
              <a:latin typeface="Google Sans Text"/>
            </a:endParaRPr>
          </a:p>
          <a:p>
            <a:pPr>
              <a:lnSpc>
                <a:spcPts val="13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altLang="zh-CN" sz="1600" b="1" i="0">
                <a:effectLst/>
                <a:latin typeface="Google Sans Text"/>
              </a:rPr>
              <a:t>Vast Market</a:t>
            </a:r>
            <a:endParaRPr lang="en-US" altLang="zh-CN" sz="1600" b="0" i="0">
              <a:effectLst/>
              <a:latin typeface="Google Sans Text"/>
            </a:endParaRPr>
          </a:p>
          <a:p>
            <a:pPr>
              <a:lnSpc>
                <a:spcPts val="13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altLang="zh-CN" sz="1600" b="1" i="0">
                <a:effectLst/>
                <a:latin typeface="Google Sans Text"/>
              </a:rPr>
              <a:t>Problem-Solution Fit</a:t>
            </a:r>
          </a:p>
          <a:p>
            <a:pPr>
              <a:lnSpc>
                <a:spcPts val="13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altLang="zh-CN" sz="1600" b="1" i="0">
                <a:effectLst/>
                <a:latin typeface="Google Sans Text"/>
              </a:rPr>
              <a:t>Efficiency &amp; Productivity</a:t>
            </a:r>
            <a:endParaRPr lang="en-US" altLang="zh-CN" sz="1600" b="0" i="0">
              <a:effectLst/>
              <a:latin typeface="Google Sans Text"/>
            </a:endParaRPr>
          </a:p>
          <a:p>
            <a:pPr>
              <a:lnSpc>
                <a:spcPts val="13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en-US" altLang="zh-CN" sz="1600" b="1" i="0" err="1">
                <a:effectLst/>
                <a:latin typeface="Google Sans Text"/>
              </a:rPr>
              <a:t>ScalabilityMonetization</a:t>
            </a:r>
            <a:r>
              <a:rPr lang="en-US" altLang="zh-CN" sz="1600" b="1" i="0">
                <a:effectLst/>
                <a:latin typeface="Google Sans Text"/>
              </a:rPr>
              <a:t> Potential</a:t>
            </a:r>
          </a:p>
          <a:p>
            <a:pPr marL="0" indent="0">
              <a:lnSpc>
                <a:spcPts val="1300"/>
              </a:lnSpc>
              <a:spcAft>
                <a:spcPts val="225"/>
              </a:spcAft>
              <a:buNone/>
            </a:pPr>
            <a:endParaRPr lang="en-US" altLang="zh-CN" sz="1600" b="1">
              <a:latin typeface="Google Sans Text"/>
            </a:endParaRPr>
          </a:p>
          <a:p>
            <a:pPr marL="0" indent="0">
              <a:lnSpc>
                <a:spcPts val="1300"/>
              </a:lnSpc>
              <a:spcAft>
                <a:spcPts val="225"/>
              </a:spcAft>
              <a:buNone/>
            </a:pPr>
            <a:r>
              <a:rPr lang="en-US" altLang="zh-CN" sz="1600" b="1" i="0">
                <a:effectLst/>
                <a:latin typeface="Google Sans Text"/>
              </a:rPr>
              <a:t>Future Vision:</a:t>
            </a:r>
          </a:p>
          <a:p>
            <a:pPr marL="0" indent="0">
              <a:lnSpc>
                <a:spcPts val="1300"/>
              </a:lnSpc>
              <a:spcAft>
                <a:spcPts val="225"/>
              </a:spcAft>
              <a:buNone/>
            </a:pPr>
            <a:r>
              <a:rPr lang="en-US" altLang="zh-CN" sz="1600" b="0" i="0">
                <a:effectLst/>
                <a:latin typeface="Google Sans Text"/>
              </a:rPr>
              <a:t>To become the go-to digital solution for seamless business card management.</a:t>
            </a:r>
          </a:p>
          <a:p>
            <a:pPr marL="0" indent="0">
              <a:lnSpc>
                <a:spcPts val="1300"/>
              </a:lnSpc>
              <a:spcAft>
                <a:spcPts val="225"/>
              </a:spcAft>
              <a:buNone/>
            </a:pPr>
            <a:r>
              <a:rPr lang="en-US" altLang="zh-CN" sz="1600" b="0" i="0">
                <a:effectLst/>
                <a:latin typeface="Google Sans Text"/>
              </a:rPr>
              <a:t>Moving towards even smarter AI that understands complex layouts and multiple languages with near-perfect accuracy.</a:t>
            </a:r>
          </a:p>
          <a:p>
            <a:pPr marL="0" indent="0">
              <a:lnSpc>
                <a:spcPts val="1300"/>
              </a:lnSpc>
              <a:spcAft>
                <a:spcPts val="225"/>
              </a:spcAft>
              <a:buNone/>
            </a:pPr>
            <a:r>
              <a:rPr lang="en-US" altLang="zh-CN" sz="1600" b="0" i="0">
                <a:effectLst/>
                <a:latin typeface="Google Sans Text"/>
              </a:rPr>
              <a:t>Integrating BCR into broader professional ecosystems for true end-to-end networking solutions. </a:t>
            </a:r>
          </a:p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46369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DDAA6660B3A34C89B11EA7112BA629" ma:contentTypeVersion="14" ma:contentTypeDescription="Create a new document." ma:contentTypeScope="" ma:versionID="a65e6771e461f74e8c3db1d72cd2a27a">
  <xsd:schema xmlns:xsd="http://www.w3.org/2001/XMLSchema" xmlns:xs="http://www.w3.org/2001/XMLSchema" xmlns:p="http://schemas.microsoft.com/office/2006/metadata/properties" xmlns:ns3="db284530-d777-45e8-9822-28174e9282a1" xmlns:ns4="b7c95e53-e5e1-406f-bb54-51e4f9354885" targetNamespace="http://schemas.microsoft.com/office/2006/metadata/properties" ma:root="true" ma:fieldsID="793b8a531cbc18a0613618b1334f1e7b" ns3:_="" ns4:_="">
    <xsd:import namespace="db284530-d777-45e8-9822-28174e9282a1"/>
    <xsd:import namespace="b7c95e53-e5e1-406f-bb54-51e4f935488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284530-d777-45e8-9822-28174e9282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c95e53-e5e1-406f-bb54-51e4f9354885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b284530-d777-45e8-9822-28174e9282a1" xsi:nil="true"/>
  </documentManagement>
</p:properties>
</file>

<file path=customXml/itemProps1.xml><?xml version="1.0" encoding="utf-8"?>
<ds:datastoreItem xmlns:ds="http://schemas.openxmlformats.org/officeDocument/2006/customXml" ds:itemID="{F00E589B-C6B7-4F53-BFDF-BF831878527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5F2D6FE-B0C6-4F51-802A-A75C9A74E157}">
  <ds:schemaRefs>
    <ds:schemaRef ds:uri="b7c95e53-e5e1-406f-bb54-51e4f9354885"/>
    <ds:schemaRef ds:uri="db284530-d777-45e8-9822-28174e9282a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695601D-AD7E-4CC4-83D2-C662D983558A}">
  <ds:schemaRefs>
    <ds:schemaRef ds:uri="b7c95e53-e5e1-406f-bb54-51e4f9354885"/>
    <ds:schemaRef ds:uri="db284530-d777-45e8-9822-28174e9282a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主题​​</vt:lpstr>
      <vt:lpstr>BCR Business Card Reader</vt:lpstr>
      <vt:lpstr>PowerPoint Presentation</vt:lpstr>
      <vt:lpstr>How BCR Solves It:</vt:lpstr>
      <vt:lpstr>How BCR Solves It:</vt:lpstr>
      <vt:lpstr>How BCR Solves It:</vt:lpstr>
      <vt:lpstr>Results</vt:lpstr>
      <vt:lpstr>CNN-1</vt:lpstr>
      <vt:lpstr>CNN-2</vt:lpstr>
      <vt:lpstr>CNN-3 (Final model)</vt:lpstr>
      <vt:lpstr>How BCR Solves It:</vt:lpstr>
      <vt:lpstr>How BCR Solves It:</vt:lpstr>
      <vt:lpstr>PowerPoint Presentation</vt:lpstr>
      <vt:lpstr>BCR: Your Smart Digital Business Card Wallet</vt:lpstr>
      <vt:lpstr>BCR: Your Smart Digital Business Card Wallet</vt:lpstr>
      <vt:lpstr>Unlocking Potential: Business Opportunity &amp; Beyond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Zhengyi Duan</dc:creator>
  <cp:revision>1</cp:revision>
  <dcterms:created xsi:type="dcterms:W3CDTF">2025-05-25T04:59:41Z</dcterms:created>
  <dcterms:modified xsi:type="dcterms:W3CDTF">2025-05-26T09:36:40Z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0x0101002FDDAA6660B3A34C89B11EA7112BA629</vt:lpwstr>
  </property>
</Properties>
</file>